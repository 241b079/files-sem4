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diagrams/layout2.xml" ContentType="application/vnd.openxmlformats-officedocument.drawingml.diagram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</p:sldIdLst>
  <p:sldSz cx="9906000" cy="6858000" type="A4"/>
  <p:notesSz cx="6629400" cy="9753600"/>
  <p:embeddedFontLst>
    <p:embeddedFont>
      <p:font typeface="Calibri" pitchFamily="34" charset="0"/>
      <p:regular r:id="rId15"/>
      <p:bold r:id="rId16"/>
      <p:italic r:id="rId17"/>
      <p:boldItalic r:id="rId18"/>
    </p:embeddedFont>
    <p:embeddedFont>
      <p:font typeface="Elephant" pitchFamily="18" charset="0"/>
      <p:regular r:id="rId19"/>
      <p:italic r:id="rId20"/>
    </p:embeddedFont>
    <p:embeddedFont>
      <p:font typeface="Aharoni" charset="-79"/>
      <p:bold r:id="rId21"/>
    </p:embeddedFont>
    <p:embeddedFont>
      <p:font typeface="Tahoma" pitchFamily="34" charset="0"/>
      <p:regular r:id="rId22"/>
      <p:bold r:id="rId23"/>
    </p:embeddedFont>
    <p:embeddedFont>
      <p:font typeface="Arial Unicode MS" pitchFamily="34" charset="-128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312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-1380" y="-84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457699-68B1-40B7-9C6C-2AB59F6AA6DC}" type="doc">
      <dgm:prSet loTypeId="urn:microsoft.com/office/officeart/2005/8/layout/venn3" loCatId="relationship" qsTypeId="urn:microsoft.com/office/officeart/2005/8/quickstyle/simple3" qsCatId="simple" csTypeId="urn:microsoft.com/office/officeart/2005/8/colors/accent2_5" csCatId="accent2" phldr="1"/>
      <dgm:spPr/>
      <dgm:t>
        <a:bodyPr/>
        <a:lstStyle/>
        <a:p>
          <a:endParaRPr lang="en-IN"/>
        </a:p>
      </dgm:t>
    </dgm:pt>
    <dgm:pt modelId="{3786A3EF-AF20-4962-B4E0-C6A16FC5D358}">
      <dgm:prSet phldrT="[Text]" custT="1"/>
      <dgm:spPr/>
      <dgm:t>
        <a:bodyPr/>
        <a:lstStyle/>
        <a:p>
          <a:r>
            <a:rPr lang="en-IN" sz="1800" dirty="0" smtClean="0">
              <a:latin typeface="Aharoni" pitchFamily="2" charset="-79"/>
              <a:cs typeface="Aharoni" pitchFamily="2" charset="-79"/>
            </a:rPr>
            <a:t>Very Low</a:t>
          </a:r>
          <a:endParaRPr lang="en-IN" sz="1800" dirty="0">
            <a:latin typeface="Aharoni" pitchFamily="2" charset="-79"/>
            <a:cs typeface="Aharoni" pitchFamily="2" charset="-79"/>
          </a:endParaRPr>
        </a:p>
      </dgm:t>
    </dgm:pt>
    <dgm:pt modelId="{69E5BD9C-F0BC-4EDE-A9B4-BD976EDC7E47}" type="parTrans" cxnId="{00CF13EE-3F0C-4882-987F-8D306E55AA2E}">
      <dgm:prSet/>
      <dgm:spPr/>
      <dgm:t>
        <a:bodyPr/>
        <a:lstStyle/>
        <a:p>
          <a:endParaRPr lang="en-IN"/>
        </a:p>
      </dgm:t>
    </dgm:pt>
    <dgm:pt modelId="{4572895A-A722-48CA-9C06-0D9E3115ED85}" type="sibTrans" cxnId="{00CF13EE-3F0C-4882-987F-8D306E55AA2E}">
      <dgm:prSet/>
      <dgm:spPr/>
      <dgm:t>
        <a:bodyPr/>
        <a:lstStyle/>
        <a:p>
          <a:endParaRPr lang="en-IN"/>
        </a:p>
      </dgm:t>
    </dgm:pt>
    <dgm:pt modelId="{570B4F06-653B-4BA4-BDA7-5B48931BD3A0}">
      <dgm:prSet phldrT="[Text]" custT="1"/>
      <dgm:spPr/>
      <dgm:t>
        <a:bodyPr/>
        <a:lstStyle/>
        <a:p>
          <a:r>
            <a:rPr lang="en-IN" sz="1800" dirty="0" smtClean="0">
              <a:latin typeface="Aharoni" pitchFamily="2" charset="-79"/>
              <a:cs typeface="Aharoni" pitchFamily="2" charset="-79"/>
            </a:rPr>
            <a:t>Low</a:t>
          </a:r>
        </a:p>
      </dgm:t>
    </dgm:pt>
    <dgm:pt modelId="{F33F7839-4502-475F-9A60-746123381C26}" type="parTrans" cxnId="{B9C6ADFE-88F5-4C9A-A6CD-97485C50B80C}">
      <dgm:prSet/>
      <dgm:spPr/>
      <dgm:t>
        <a:bodyPr/>
        <a:lstStyle/>
        <a:p>
          <a:endParaRPr lang="en-IN"/>
        </a:p>
      </dgm:t>
    </dgm:pt>
    <dgm:pt modelId="{A72AA059-F81F-4499-B3C4-EBC0E8E9167E}" type="sibTrans" cxnId="{B9C6ADFE-88F5-4C9A-A6CD-97485C50B80C}">
      <dgm:prSet/>
      <dgm:spPr/>
      <dgm:t>
        <a:bodyPr/>
        <a:lstStyle/>
        <a:p>
          <a:endParaRPr lang="en-IN"/>
        </a:p>
      </dgm:t>
    </dgm:pt>
    <dgm:pt modelId="{DD21C140-0047-43CF-97A8-13D61DE5E89C}">
      <dgm:prSet phldrT="[Text]" custT="1"/>
      <dgm:spPr/>
      <dgm:t>
        <a:bodyPr/>
        <a:lstStyle/>
        <a:p>
          <a:r>
            <a:rPr lang="en-IN" sz="1800" dirty="0" smtClean="0">
              <a:latin typeface="Aharoni" pitchFamily="2" charset="-79"/>
              <a:cs typeface="Aharoni" pitchFamily="2" charset="-79"/>
            </a:rPr>
            <a:t>Nominal</a:t>
          </a:r>
          <a:endParaRPr lang="en-IN" sz="1200" dirty="0"/>
        </a:p>
      </dgm:t>
    </dgm:pt>
    <dgm:pt modelId="{C70EEFE5-B28B-46F3-A880-EDE7F774C083}" type="parTrans" cxnId="{DEDEC7F5-467D-4390-A928-DB8E716F7CAC}">
      <dgm:prSet/>
      <dgm:spPr/>
      <dgm:t>
        <a:bodyPr/>
        <a:lstStyle/>
        <a:p>
          <a:endParaRPr lang="en-IN"/>
        </a:p>
      </dgm:t>
    </dgm:pt>
    <dgm:pt modelId="{22DAFCD3-E0C8-4D83-9821-407546043E3D}" type="sibTrans" cxnId="{DEDEC7F5-467D-4390-A928-DB8E716F7CAC}">
      <dgm:prSet/>
      <dgm:spPr/>
      <dgm:t>
        <a:bodyPr/>
        <a:lstStyle/>
        <a:p>
          <a:endParaRPr lang="en-IN"/>
        </a:p>
      </dgm:t>
    </dgm:pt>
    <dgm:pt modelId="{B2E2F6C5-303E-4B90-BA89-2B94C3034691}">
      <dgm:prSet phldrT="[Text]" custT="1"/>
      <dgm:spPr/>
      <dgm:t>
        <a:bodyPr/>
        <a:lstStyle/>
        <a:p>
          <a:r>
            <a:rPr lang="en-IN" sz="1800" dirty="0" smtClean="0">
              <a:latin typeface="Aharoni" pitchFamily="2" charset="-79"/>
              <a:cs typeface="Aharoni" pitchFamily="2" charset="-79"/>
            </a:rPr>
            <a:t>High</a:t>
          </a:r>
        </a:p>
      </dgm:t>
    </dgm:pt>
    <dgm:pt modelId="{E3862282-A22D-4176-A802-D4BB433F7F3E}" type="parTrans" cxnId="{DF63DFC5-0080-4458-9276-CEDF76377824}">
      <dgm:prSet/>
      <dgm:spPr/>
      <dgm:t>
        <a:bodyPr/>
        <a:lstStyle/>
        <a:p>
          <a:endParaRPr lang="en-IN"/>
        </a:p>
      </dgm:t>
    </dgm:pt>
    <dgm:pt modelId="{914EB009-B4A2-45C8-88FA-C5332C4B2A90}" type="sibTrans" cxnId="{DF63DFC5-0080-4458-9276-CEDF76377824}">
      <dgm:prSet/>
      <dgm:spPr/>
      <dgm:t>
        <a:bodyPr/>
        <a:lstStyle/>
        <a:p>
          <a:endParaRPr lang="en-IN"/>
        </a:p>
      </dgm:t>
    </dgm:pt>
    <dgm:pt modelId="{BF124289-DF6B-45A7-A7F9-08768A2C2082}">
      <dgm:prSet phldrT="[Text]" custT="1"/>
      <dgm:spPr/>
      <dgm:t>
        <a:bodyPr/>
        <a:lstStyle/>
        <a:p>
          <a:r>
            <a:rPr lang="en-IN" sz="1800" dirty="0" smtClean="0">
              <a:latin typeface="Aharoni" pitchFamily="2" charset="-79"/>
              <a:cs typeface="Aharoni" pitchFamily="2" charset="-79"/>
            </a:rPr>
            <a:t>Very High</a:t>
          </a:r>
        </a:p>
      </dgm:t>
    </dgm:pt>
    <dgm:pt modelId="{B113DBEC-DB96-45DD-8106-70AD554E3359}" type="parTrans" cxnId="{CC1A820C-9993-4038-8856-475A71B4ECB0}">
      <dgm:prSet/>
      <dgm:spPr/>
      <dgm:t>
        <a:bodyPr/>
        <a:lstStyle/>
        <a:p>
          <a:endParaRPr lang="en-IN"/>
        </a:p>
      </dgm:t>
    </dgm:pt>
    <dgm:pt modelId="{34FAA7BD-1A2C-49A8-AD46-B8DC87EC87E9}" type="sibTrans" cxnId="{CC1A820C-9993-4038-8856-475A71B4ECB0}">
      <dgm:prSet/>
      <dgm:spPr/>
      <dgm:t>
        <a:bodyPr/>
        <a:lstStyle/>
        <a:p>
          <a:endParaRPr lang="en-IN"/>
        </a:p>
      </dgm:t>
    </dgm:pt>
    <dgm:pt modelId="{1329869F-1355-486C-A4E3-A6A28CE1FD68}">
      <dgm:prSet phldrT="[Text]" custT="1"/>
      <dgm:spPr/>
      <dgm:t>
        <a:bodyPr/>
        <a:lstStyle/>
        <a:p>
          <a:r>
            <a:rPr lang="en-IN" sz="1800" dirty="0" smtClean="0">
              <a:latin typeface="Aharoni" pitchFamily="2" charset="-79"/>
              <a:cs typeface="Aharoni" pitchFamily="2" charset="-79"/>
            </a:rPr>
            <a:t>Extra High</a:t>
          </a:r>
        </a:p>
      </dgm:t>
    </dgm:pt>
    <dgm:pt modelId="{77273683-752C-4D2D-AB49-2123692FFB41}" type="parTrans" cxnId="{EE16AE3A-C361-44C4-96BE-3C2FA2DE0091}">
      <dgm:prSet/>
      <dgm:spPr/>
      <dgm:t>
        <a:bodyPr/>
        <a:lstStyle/>
        <a:p>
          <a:endParaRPr lang="en-IN"/>
        </a:p>
      </dgm:t>
    </dgm:pt>
    <dgm:pt modelId="{8FEB6C58-D5F0-4925-8318-7D74372161CA}" type="sibTrans" cxnId="{EE16AE3A-C361-44C4-96BE-3C2FA2DE0091}">
      <dgm:prSet/>
      <dgm:spPr/>
      <dgm:t>
        <a:bodyPr/>
        <a:lstStyle/>
        <a:p>
          <a:endParaRPr lang="en-IN"/>
        </a:p>
      </dgm:t>
    </dgm:pt>
    <dgm:pt modelId="{49FB5FBF-4273-4926-8FE8-3B61C392F40A}" type="pres">
      <dgm:prSet presAssocID="{58457699-68B1-40B7-9C6C-2AB59F6AA6DC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160428FF-7072-4E56-8CB4-5286B9802947}" type="pres">
      <dgm:prSet presAssocID="{3786A3EF-AF20-4962-B4E0-C6A16FC5D358}" presName="Name5" presStyleLbl="vennNode1" presStyleIdx="0" presStyleCnt="6" custLinFactX="-100000" custLinFactNeighborX="-132156" custLinFactNeighborY="755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C8B18CB-F853-4DFC-9207-489B3DFE0A86}" type="pres">
      <dgm:prSet presAssocID="{4572895A-A722-48CA-9C06-0D9E3115ED85}" presName="space" presStyleCnt="0"/>
      <dgm:spPr/>
    </dgm:pt>
    <dgm:pt modelId="{E2EFEE73-8195-4794-A21E-5FBFF1C80EDA}" type="pres">
      <dgm:prSet presAssocID="{570B4F06-653B-4BA4-BDA7-5B48931BD3A0}" presName="Name5" presStyleLbl="vennNode1" presStyleIdx="1" presStyleCnt="6" custLinFactX="-65359" custLinFactNeighborX="-100000" custLinFactNeighborY="-1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FE8CFAC-DC4D-4F67-AEB6-E8D9C1E9B0B1}" type="pres">
      <dgm:prSet presAssocID="{A72AA059-F81F-4499-B3C4-EBC0E8E9167E}" presName="space" presStyleCnt="0"/>
      <dgm:spPr/>
    </dgm:pt>
    <dgm:pt modelId="{1DEE69EF-D5C8-48AA-9FE2-2AA88D3D0417}" type="pres">
      <dgm:prSet presAssocID="{DD21C140-0047-43CF-97A8-13D61DE5E89C}" presName="Name5" presStyleLbl="vennNode1" presStyleIdx="2" presStyleCnt="6" custScaleX="157277" custLinFactX="-24287" custLinFactNeighborX="-100000" custLinFactNeighborY="-1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14FDEBA-BDD2-459D-BE64-23E2D283A997}" type="pres">
      <dgm:prSet presAssocID="{22DAFCD3-E0C8-4D83-9821-407546043E3D}" presName="space" presStyleCnt="0"/>
      <dgm:spPr/>
    </dgm:pt>
    <dgm:pt modelId="{D71DEFF0-95D5-4315-BF66-B407FD24DF8A}" type="pres">
      <dgm:prSet presAssocID="{B2E2F6C5-303E-4B90-BA89-2B94C3034691}" presName="Name5" presStyleLbl="vennNode1" presStyleIdx="3" presStyleCnt="6" custLinFactNeighborX="13612" custLinFactNeighborY="-1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59C0A2E-57ED-417D-85D3-25C5D9644EC4}" type="pres">
      <dgm:prSet presAssocID="{914EB009-B4A2-45C8-88FA-C5332C4B2A90}" presName="space" presStyleCnt="0"/>
      <dgm:spPr/>
    </dgm:pt>
    <dgm:pt modelId="{240EC7BB-ECDD-4757-BD09-8A2EDCB9077A}" type="pres">
      <dgm:prSet presAssocID="{BF124289-DF6B-45A7-A7F9-08768A2C2082}" presName="Name5" presStyleLbl="vennNode1" presStyleIdx="4" presStyleCnt="6" custLinFactX="31361" custLinFactNeighborX="100000" custLinFactNeighborY="-1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C3E158C-F943-436C-973A-1833F6BB788D}" type="pres">
      <dgm:prSet presAssocID="{34FAA7BD-1A2C-49A8-AD46-B8DC87EC87E9}" presName="space" presStyleCnt="0"/>
      <dgm:spPr/>
    </dgm:pt>
    <dgm:pt modelId="{529E403B-FBC2-4D22-A199-722CD99A13D1}" type="pres">
      <dgm:prSet presAssocID="{1329869F-1355-486C-A4E3-A6A28CE1FD68}" presName="Name5" presStyleLbl="vennNode1" presStyleIdx="5" presStyleCnt="6" custScaleX="118393" custLinFactX="80000" custLinFactNeighborX="100000" custLinFactNeighborY="-1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1EACBBE9-9FBD-4373-B32D-CCE0564CE778}" type="presOf" srcId="{B2E2F6C5-303E-4B90-BA89-2B94C3034691}" destId="{D71DEFF0-95D5-4315-BF66-B407FD24DF8A}" srcOrd="0" destOrd="0" presId="urn:microsoft.com/office/officeart/2005/8/layout/venn3"/>
    <dgm:cxn modelId="{DEDEC7F5-467D-4390-A928-DB8E716F7CAC}" srcId="{58457699-68B1-40B7-9C6C-2AB59F6AA6DC}" destId="{DD21C140-0047-43CF-97A8-13D61DE5E89C}" srcOrd="2" destOrd="0" parTransId="{C70EEFE5-B28B-46F3-A880-EDE7F774C083}" sibTransId="{22DAFCD3-E0C8-4D83-9821-407546043E3D}"/>
    <dgm:cxn modelId="{CC1A820C-9993-4038-8856-475A71B4ECB0}" srcId="{58457699-68B1-40B7-9C6C-2AB59F6AA6DC}" destId="{BF124289-DF6B-45A7-A7F9-08768A2C2082}" srcOrd="4" destOrd="0" parTransId="{B113DBEC-DB96-45DD-8106-70AD554E3359}" sibTransId="{34FAA7BD-1A2C-49A8-AD46-B8DC87EC87E9}"/>
    <dgm:cxn modelId="{F7144634-B8DC-428F-B6AF-B82DB9EC18DC}" type="presOf" srcId="{570B4F06-653B-4BA4-BDA7-5B48931BD3A0}" destId="{E2EFEE73-8195-4794-A21E-5FBFF1C80EDA}" srcOrd="0" destOrd="0" presId="urn:microsoft.com/office/officeart/2005/8/layout/venn3"/>
    <dgm:cxn modelId="{DF63DFC5-0080-4458-9276-CEDF76377824}" srcId="{58457699-68B1-40B7-9C6C-2AB59F6AA6DC}" destId="{B2E2F6C5-303E-4B90-BA89-2B94C3034691}" srcOrd="3" destOrd="0" parTransId="{E3862282-A22D-4176-A802-D4BB433F7F3E}" sibTransId="{914EB009-B4A2-45C8-88FA-C5332C4B2A90}"/>
    <dgm:cxn modelId="{EE16AE3A-C361-44C4-96BE-3C2FA2DE0091}" srcId="{58457699-68B1-40B7-9C6C-2AB59F6AA6DC}" destId="{1329869F-1355-486C-A4E3-A6A28CE1FD68}" srcOrd="5" destOrd="0" parTransId="{77273683-752C-4D2D-AB49-2123692FFB41}" sibTransId="{8FEB6C58-D5F0-4925-8318-7D74372161CA}"/>
    <dgm:cxn modelId="{B9C6ADFE-88F5-4C9A-A6CD-97485C50B80C}" srcId="{58457699-68B1-40B7-9C6C-2AB59F6AA6DC}" destId="{570B4F06-653B-4BA4-BDA7-5B48931BD3A0}" srcOrd="1" destOrd="0" parTransId="{F33F7839-4502-475F-9A60-746123381C26}" sibTransId="{A72AA059-F81F-4499-B3C4-EBC0E8E9167E}"/>
    <dgm:cxn modelId="{30CBAAF3-EF5C-4D5C-9E60-03C4D0914EFF}" type="presOf" srcId="{3786A3EF-AF20-4962-B4E0-C6A16FC5D358}" destId="{160428FF-7072-4E56-8CB4-5286B9802947}" srcOrd="0" destOrd="0" presId="urn:microsoft.com/office/officeart/2005/8/layout/venn3"/>
    <dgm:cxn modelId="{3207309F-88F1-4960-9BEF-2A37C5D9952A}" type="presOf" srcId="{1329869F-1355-486C-A4E3-A6A28CE1FD68}" destId="{529E403B-FBC2-4D22-A199-722CD99A13D1}" srcOrd="0" destOrd="0" presId="urn:microsoft.com/office/officeart/2005/8/layout/venn3"/>
    <dgm:cxn modelId="{F1A91F24-2334-4307-AF74-60C8BD663E45}" type="presOf" srcId="{BF124289-DF6B-45A7-A7F9-08768A2C2082}" destId="{240EC7BB-ECDD-4757-BD09-8A2EDCB9077A}" srcOrd="0" destOrd="0" presId="urn:microsoft.com/office/officeart/2005/8/layout/venn3"/>
    <dgm:cxn modelId="{26DF6C85-B22D-4F24-9742-D18187EC98AC}" type="presOf" srcId="{DD21C140-0047-43CF-97A8-13D61DE5E89C}" destId="{1DEE69EF-D5C8-48AA-9FE2-2AA88D3D0417}" srcOrd="0" destOrd="0" presId="urn:microsoft.com/office/officeart/2005/8/layout/venn3"/>
    <dgm:cxn modelId="{AB87D71A-5DF8-4A02-95F3-0F1A34F9A645}" type="presOf" srcId="{58457699-68B1-40B7-9C6C-2AB59F6AA6DC}" destId="{49FB5FBF-4273-4926-8FE8-3B61C392F40A}" srcOrd="0" destOrd="0" presId="urn:microsoft.com/office/officeart/2005/8/layout/venn3"/>
    <dgm:cxn modelId="{00CF13EE-3F0C-4882-987F-8D306E55AA2E}" srcId="{58457699-68B1-40B7-9C6C-2AB59F6AA6DC}" destId="{3786A3EF-AF20-4962-B4E0-C6A16FC5D358}" srcOrd="0" destOrd="0" parTransId="{69E5BD9C-F0BC-4EDE-A9B4-BD976EDC7E47}" sibTransId="{4572895A-A722-48CA-9C06-0D9E3115ED85}"/>
    <dgm:cxn modelId="{94DDD7C6-122C-4541-95B4-59EE29BEB795}" type="presParOf" srcId="{49FB5FBF-4273-4926-8FE8-3B61C392F40A}" destId="{160428FF-7072-4E56-8CB4-5286B9802947}" srcOrd="0" destOrd="0" presId="urn:microsoft.com/office/officeart/2005/8/layout/venn3"/>
    <dgm:cxn modelId="{29C17D18-4A0D-4FA0-B48B-5D64F508333D}" type="presParOf" srcId="{49FB5FBF-4273-4926-8FE8-3B61C392F40A}" destId="{1C8B18CB-F853-4DFC-9207-489B3DFE0A86}" srcOrd="1" destOrd="0" presId="urn:microsoft.com/office/officeart/2005/8/layout/venn3"/>
    <dgm:cxn modelId="{0C51BD9C-681E-4A6A-8B66-39D12F9459DA}" type="presParOf" srcId="{49FB5FBF-4273-4926-8FE8-3B61C392F40A}" destId="{E2EFEE73-8195-4794-A21E-5FBFF1C80EDA}" srcOrd="2" destOrd="0" presId="urn:microsoft.com/office/officeart/2005/8/layout/venn3"/>
    <dgm:cxn modelId="{9AA495D6-1C22-4E59-B9D5-8C78FF92EA0F}" type="presParOf" srcId="{49FB5FBF-4273-4926-8FE8-3B61C392F40A}" destId="{8FE8CFAC-DC4D-4F67-AEB6-E8D9C1E9B0B1}" srcOrd="3" destOrd="0" presId="urn:microsoft.com/office/officeart/2005/8/layout/venn3"/>
    <dgm:cxn modelId="{D3B2BF16-A8AC-48CA-B253-AB4B5798C639}" type="presParOf" srcId="{49FB5FBF-4273-4926-8FE8-3B61C392F40A}" destId="{1DEE69EF-D5C8-48AA-9FE2-2AA88D3D0417}" srcOrd="4" destOrd="0" presId="urn:microsoft.com/office/officeart/2005/8/layout/venn3"/>
    <dgm:cxn modelId="{04771776-77DE-418D-809A-EF4170391CCD}" type="presParOf" srcId="{49FB5FBF-4273-4926-8FE8-3B61C392F40A}" destId="{D14FDEBA-BDD2-459D-BE64-23E2D283A997}" srcOrd="5" destOrd="0" presId="urn:microsoft.com/office/officeart/2005/8/layout/venn3"/>
    <dgm:cxn modelId="{8F78C075-63B2-4744-A113-68B422224071}" type="presParOf" srcId="{49FB5FBF-4273-4926-8FE8-3B61C392F40A}" destId="{D71DEFF0-95D5-4315-BF66-B407FD24DF8A}" srcOrd="6" destOrd="0" presId="urn:microsoft.com/office/officeart/2005/8/layout/venn3"/>
    <dgm:cxn modelId="{C1E31E38-73D5-43B6-B34C-1A4B1F321529}" type="presParOf" srcId="{49FB5FBF-4273-4926-8FE8-3B61C392F40A}" destId="{859C0A2E-57ED-417D-85D3-25C5D9644EC4}" srcOrd="7" destOrd="0" presId="urn:microsoft.com/office/officeart/2005/8/layout/venn3"/>
    <dgm:cxn modelId="{1C107CF3-9858-45FB-AFAC-348C620E0250}" type="presParOf" srcId="{49FB5FBF-4273-4926-8FE8-3B61C392F40A}" destId="{240EC7BB-ECDD-4757-BD09-8A2EDCB9077A}" srcOrd="8" destOrd="0" presId="urn:microsoft.com/office/officeart/2005/8/layout/venn3"/>
    <dgm:cxn modelId="{63489162-D695-4AE8-829F-B9A0214DAFA4}" type="presParOf" srcId="{49FB5FBF-4273-4926-8FE8-3B61C392F40A}" destId="{BC3E158C-F943-436C-973A-1833F6BB788D}" srcOrd="9" destOrd="0" presId="urn:microsoft.com/office/officeart/2005/8/layout/venn3"/>
    <dgm:cxn modelId="{A8930D48-7D88-45B4-BC2B-2FADE8CFD903}" type="presParOf" srcId="{49FB5FBF-4273-4926-8FE8-3B61C392F40A}" destId="{529E403B-FBC2-4D22-A199-722CD99A13D1}" srcOrd="1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D02513-CF9B-405B-BD10-D1866691384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0CB9212-C028-41B6-A5F0-02760393B6A9}">
      <dgm:prSet phldrT="[Text]"/>
      <dgm:spPr/>
      <dgm:t>
        <a:bodyPr/>
        <a:lstStyle/>
        <a:p>
          <a:r>
            <a:rPr lang="en-IN" dirty="0" smtClean="0"/>
            <a:t>Product Attributes</a:t>
          </a:r>
          <a:endParaRPr lang="en-IN" dirty="0"/>
        </a:p>
      </dgm:t>
    </dgm:pt>
    <dgm:pt modelId="{D4AA3531-F352-450C-A524-69CD69C5CF9E}" type="parTrans" cxnId="{DFA7FBA3-FCEF-416F-9425-1049935219EA}">
      <dgm:prSet/>
      <dgm:spPr/>
      <dgm:t>
        <a:bodyPr/>
        <a:lstStyle/>
        <a:p>
          <a:endParaRPr lang="en-IN"/>
        </a:p>
      </dgm:t>
    </dgm:pt>
    <dgm:pt modelId="{2BB72254-9203-464C-B12F-792CAAE10A5D}" type="sibTrans" cxnId="{DFA7FBA3-FCEF-416F-9425-1049935219EA}">
      <dgm:prSet/>
      <dgm:spPr/>
      <dgm:t>
        <a:bodyPr/>
        <a:lstStyle/>
        <a:p>
          <a:endParaRPr lang="en-IN"/>
        </a:p>
      </dgm:t>
    </dgm:pt>
    <dgm:pt modelId="{18C5D87F-F808-47A9-84E5-8482581E9726}">
      <dgm:prSet phldrT="[Text]" custT="1"/>
      <dgm:spPr/>
      <dgm:t>
        <a:bodyPr/>
        <a:lstStyle/>
        <a:p>
          <a:r>
            <a:rPr lang="en-IN" sz="1600" dirty="0" smtClean="0"/>
            <a:t>Required Software Reliability (RELY)</a:t>
          </a:r>
          <a:endParaRPr lang="en-IN" sz="1600" dirty="0"/>
        </a:p>
      </dgm:t>
    </dgm:pt>
    <dgm:pt modelId="{52A24F39-FEBD-495B-808A-B633CE9D1164}" type="parTrans" cxnId="{18B1D583-168A-4FFD-9D15-3FE38BF1D44D}">
      <dgm:prSet/>
      <dgm:spPr/>
      <dgm:t>
        <a:bodyPr/>
        <a:lstStyle/>
        <a:p>
          <a:endParaRPr lang="en-IN"/>
        </a:p>
      </dgm:t>
    </dgm:pt>
    <dgm:pt modelId="{06EC0C37-49C8-4D90-9701-8D3844D8C580}" type="sibTrans" cxnId="{18B1D583-168A-4FFD-9D15-3FE38BF1D44D}">
      <dgm:prSet/>
      <dgm:spPr/>
      <dgm:t>
        <a:bodyPr/>
        <a:lstStyle/>
        <a:p>
          <a:endParaRPr lang="en-IN"/>
        </a:p>
      </dgm:t>
    </dgm:pt>
    <dgm:pt modelId="{395DBA95-DE29-4EA0-BA13-B73D3786E7B3}">
      <dgm:prSet phldrT="[Text]"/>
      <dgm:spPr/>
      <dgm:t>
        <a:bodyPr/>
        <a:lstStyle/>
        <a:p>
          <a:r>
            <a:rPr lang="en-IN" dirty="0" smtClean="0"/>
            <a:t>Personnel Attributes</a:t>
          </a:r>
          <a:endParaRPr lang="en-IN" dirty="0"/>
        </a:p>
      </dgm:t>
    </dgm:pt>
    <dgm:pt modelId="{15687568-D153-419C-820A-331262368013}" type="parTrans" cxnId="{291B5696-2C70-479A-9173-7A874CA73D2B}">
      <dgm:prSet/>
      <dgm:spPr/>
      <dgm:t>
        <a:bodyPr/>
        <a:lstStyle/>
        <a:p>
          <a:endParaRPr lang="en-IN"/>
        </a:p>
      </dgm:t>
    </dgm:pt>
    <dgm:pt modelId="{9F56985C-D67B-4C0D-A7F0-E9517641B11E}" type="sibTrans" cxnId="{291B5696-2C70-479A-9173-7A874CA73D2B}">
      <dgm:prSet/>
      <dgm:spPr/>
      <dgm:t>
        <a:bodyPr/>
        <a:lstStyle/>
        <a:p>
          <a:endParaRPr lang="en-IN"/>
        </a:p>
      </dgm:t>
    </dgm:pt>
    <dgm:pt modelId="{CE1EC990-0322-4732-908F-B0DDD389CAEF}">
      <dgm:prSet phldrT="[Text]" custT="1"/>
      <dgm:spPr/>
      <dgm:t>
        <a:bodyPr/>
        <a:lstStyle/>
        <a:p>
          <a:r>
            <a:rPr lang="en-IN" sz="1600" dirty="0" smtClean="0"/>
            <a:t>Analyst Capability (ACAP)</a:t>
          </a:r>
        </a:p>
      </dgm:t>
    </dgm:pt>
    <dgm:pt modelId="{40554874-C094-4934-8533-21F3FA5BA40A}" type="parTrans" cxnId="{C34BAEDE-CA4C-4A6B-9767-D3236E0B1A90}">
      <dgm:prSet/>
      <dgm:spPr/>
      <dgm:t>
        <a:bodyPr/>
        <a:lstStyle/>
        <a:p>
          <a:endParaRPr lang="en-IN"/>
        </a:p>
      </dgm:t>
    </dgm:pt>
    <dgm:pt modelId="{F9417C7B-947F-4A9C-A15E-551F0E8D1E87}" type="sibTrans" cxnId="{C34BAEDE-CA4C-4A6B-9767-D3236E0B1A90}">
      <dgm:prSet/>
      <dgm:spPr/>
      <dgm:t>
        <a:bodyPr/>
        <a:lstStyle/>
        <a:p>
          <a:endParaRPr lang="en-IN"/>
        </a:p>
      </dgm:t>
    </dgm:pt>
    <dgm:pt modelId="{89AFE577-1E0F-45D8-859E-3ADD96C91CE6}">
      <dgm:prSet phldrT="[Text]" custT="1"/>
      <dgm:spPr/>
      <dgm:t>
        <a:bodyPr/>
        <a:lstStyle/>
        <a:p>
          <a:r>
            <a:rPr lang="en-IN" sz="1600" dirty="0" smtClean="0"/>
            <a:t>Application Experience (AEXP)</a:t>
          </a:r>
        </a:p>
      </dgm:t>
    </dgm:pt>
    <dgm:pt modelId="{2BFB0307-FBD1-460C-A8B1-B63B2DF80D58}" type="parTrans" cxnId="{4E8B81BD-F8D6-46F4-8798-D99F1404E832}">
      <dgm:prSet/>
      <dgm:spPr/>
      <dgm:t>
        <a:bodyPr/>
        <a:lstStyle/>
        <a:p>
          <a:endParaRPr lang="en-IN"/>
        </a:p>
      </dgm:t>
    </dgm:pt>
    <dgm:pt modelId="{9A5D80D2-EE07-41AE-B2FF-DB17211C0BF8}" type="sibTrans" cxnId="{4E8B81BD-F8D6-46F4-8798-D99F1404E832}">
      <dgm:prSet/>
      <dgm:spPr/>
      <dgm:t>
        <a:bodyPr/>
        <a:lstStyle/>
        <a:p>
          <a:endParaRPr lang="en-IN"/>
        </a:p>
      </dgm:t>
    </dgm:pt>
    <dgm:pt modelId="{BCCE0130-16FD-4FB4-B934-0FA3AD2CB517}">
      <dgm:prSet phldrT="[Text]" custT="1"/>
      <dgm:spPr/>
      <dgm:t>
        <a:bodyPr/>
        <a:lstStyle/>
        <a:p>
          <a:r>
            <a:rPr lang="en-IN" sz="1600" dirty="0" smtClean="0"/>
            <a:t>Database Size (DATA)</a:t>
          </a:r>
          <a:endParaRPr lang="en-IN" sz="1600" dirty="0"/>
        </a:p>
      </dgm:t>
    </dgm:pt>
    <dgm:pt modelId="{12EE452E-DB1C-4633-8E4A-519DB3DF52CD}" type="parTrans" cxnId="{E89604D8-3ED1-4E3F-B7EC-FC88ADB9DF3E}">
      <dgm:prSet/>
      <dgm:spPr/>
      <dgm:t>
        <a:bodyPr/>
        <a:lstStyle/>
        <a:p>
          <a:endParaRPr lang="en-IN"/>
        </a:p>
      </dgm:t>
    </dgm:pt>
    <dgm:pt modelId="{9522F149-F89E-4A19-BFBA-1502EC427ECF}" type="sibTrans" cxnId="{E89604D8-3ED1-4E3F-B7EC-FC88ADB9DF3E}">
      <dgm:prSet/>
      <dgm:spPr/>
      <dgm:t>
        <a:bodyPr/>
        <a:lstStyle/>
        <a:p>
          <a:endParaRPr lang="en-IN"/>
        </a:p>
      </dgm:t>
    </dgm:pt>
    <dgm:pt modelId="{8DEBAC19-760B-4651-9114-77A5475CD82B}">
      <dgm:prSet phldrT="[Text]"/>
      <dgm:spPr/>
      <dgm:t>
        <a:bodyPr/>
        <a:lstStyle/>
        <a:p>
          <a:r>
            <a:rPr lang="en-IN" dirty="0" smtClean="0"/>
            <a:t>Project Attributes</a:t>
          </a:r>
          <a:endParaRPr lang="en-IN" dirty="0"/>
        </a:p>
      </dgm:t>
    </dgm:pt>
    <dgm:pt modelId="{8C8F59B5-9A74-4486-9E29-39230575F84D}" type="parTrans" cxnId="{24DBF50B-D37D-492B-9167-A7CCB1707EE2}">
      <dgm:prSet/>
      <dgm:spPr/>
      <dgm:t>
        <a:bodyPr/>
        <a:lstStyle/>
        <a:p>
          <a:endParaRPr lang="en-IN"/>
        </a:p>
      </dgm:t>
    </dgm:pt>
    <dgm:pt modelId="{B46536C7-7BA1-4BE3-BBEF-237DC0DFF27F}" type="sibTrans" cxnId="{24DBF50B-D37D-492B-9167-A7CCB1707EE2}">
      <dgm:prSet/>
      <dgm:spPr/>
      <dgm:t>
        <a:bodyPr/>
        <a:lstStyle/>
        <a:p>
          <a:endParaRPr lang="en-IN"/>
        </a:p>
      </dgm:t>
    </dgm:pt>
    <dgm:pt modelId="{A31E8E3F-1CB9-4460-9FA3-05C4FFCBA841}">
      <dgm:prSet phldrT="[Text]" custT="1"/>
      <dgm:spPr/>
      <dgm:t>
        <a:bodyPr/>
        <a:lstStyle/>
        <a:p>
          <a:r>
            <a:rPr lang="en-IN" sz="1600" dirty="0" smtClean="0"/>
            <a:t>Modern programming practices (MODP)</a:t>
          </a:r>
        </a:p>
      </dgm:t>
    </dgm:pt>
    <dgm:pt modelId="{34B9F407-60EF-472F-A3B2-27BAB018E848}" type="parTrans" cxnId="{79591879-BC3A-4230-AAB2-B44A417A750D}">
      <dgm:prSet/>
      <dgm:spPr/>
      <dgm:t>
        <a:bodyPr/>
        <a:lstStyle/>
        <a:p>
          <a:endParaRPr lang="en-IN"/>
        </a:p>
      </dgm:t>
    </dgm:pt>
    <dgm:pt modelId="{D2524732-DB96-4FBD-94D7-3149126769DE}" type="sibTrans" cxnId="{79591879-BC3A-4230-AAB2-B44A417A750D}">
      <dgm:prSet/>
      <dgm:spPr/>
      <dgm:t>
        <a:bodyPr/>
        <a:lstStyle/>
        <a:p>
          <a:endParaRPr lang="en-IN"/>
        </a:p>
      </dgm:t>
    </dgm:pt>
    <dgm:pt modelId="{B8CF8A01-B0B2-4107-B71A-357B3021498E}">
      <dgm:prSet phldrT="[Text]" custT="1"/>
      <dgm:spPr/>
      <dgm:t>
        <a:bodyPr/>
        <a:lstStyle/>
        <a:p>
          <a:r>
            <a:rPr lang="en-IN" sz="1600" dirty="0" smtClean="0"/>
            <a:t>Use of Software tools (TOOL)</a:t>
          </a:r>
        </a:p>
      </dgm:t>
    </dgm:pt>
    <dgm:pt modelId="{DD2E8DC9-8441-4C40-816C-BC4975301B14}" type="parTrans" cxnId="{646DF6E4-F127-4F57-91D4-76675B1064F2}">
      <dgm:prSet/>
      <dgm:spPr/>
      <dgm:t>
        <a:bodyPr/>
        <a:lstStyle/>
        <a:p>
          <a:endParaRPr lang="en-IN"/>
        </a:p>
      </dgm:t>
    </dgm:pt>
    <dgm:pt modelId="{B2335BBD-EAA3-4687-B770-96E4678562AF}" type="sibTrans" cxnId="{646DF6E4-F127-4F57-91D4-76675B1064F2}">
      <dgm:prSet/>
      <dgm:spPr/>
      <dgm:t>
        <a:bodyPr/>
        <a:lstStyle/>
        <a:p>
          <a:endParaRPr lang="en-IN"/>
        </a:p>
      </dgm:t>
    </dgm:pt>
    <dgm:pt modelId="{A8A43B89-8FFE-4312-9383-298A8CAE0DD7}">
      <dgm:prSet phldrT="[Text]" custT="1"/>
      <dgm:spPr/>
      <dgm:t>
        <a:bodyPr/>
        <a:lstStyle/>
        <a:p>
          <a:r>
            <a:rPr lang="en-IN" sz="1600" dirty="0" smtClean="0"/>
            <a:t>Computer turnaround time (TURN)</a:t>
          </a:r>
        </a:p>
      </dgm:t>
    </dgm:pt>
    <dgm:pt modelId="{9A1D308A-54D0-4493-B6E8-B41CAEEB3CA0}" type="sibTrans" cxnId="{3595D4BC-30B9-4780-A922-357482A13AA8}">
      <dgm:prSet/>
      <dgm:spPr/>
      <dgm:t>
        <a:bodyPr/>
        <a:lstStyle/>
        <a:p>
          <a:endParaRPr lang="en-IN"/>
        </a:p>
      </dgm:t>
    </dgm:pt>
    <dgm:pt modelId="{358019BD-7F89-493A-9CF5-4E45799651EB}" type="parTrans" cxnId="{3595D4BC-30B9-4780-A922-357482A13AA8}">
      <dgm:prSet/>
      <dgm:spPr/>
      <dgm:t>
        <a:bodyPr/>
        <a:lstStyle/>
        <a:p>
          <a:endParaRPr lang="en-IN"/>
        </a:p>
      </dgm:t>
    </dgm:pt>
    <dgm:pt modelId="{F8FC08A8-9A00-4FBB-BF3C-D53A17B92D12}">
      <dgm:prSet phldrT="[Text]" custT="1"/>
      <dgm:spPr/>
      <dgm:t>
        <a:bodyPr/>
        <a:lstStyle/>
        <a:p>
          <a:r>
            <a:rPr lang="en-IN" sz="1600" dirty="0" smtClean="0"/>
            <a:t>Execution Time Constraint (TIME)</a:t>
          </a:r>
        </a:p>
      </dgm:t>
    </dgm:pt>
    <dgm:pt modelId="{9FD86A40-6C1D-45C9-8503-2194AF12E43C}" type="sibTrans" cxnId="{C1FF72C9-8D4A-45B6-99B7-F11352EF5810}">
      <dgm:prSet/>
      <dgm:spPr/>
      <dgm:t>
        <a:bodyPr/>
        <a:lstStyle/>
        <a:p>
          <a:endParaRPr lang="en-IN"/>
        </a:p>
      </dgm:t>
    </dgm:pt>
    <dgm:pt modelId="{5488DCD8-CA05-4EEB-990F-0D612E826044}" type="parTrans" cxnId="{C1FF72C9-8D4A-45B6-99B7-F11352EF5810}">
      <dgm:prSet/>
      <dgm:spPr/>
      <dgm:t>
        <a:bodyPr/>
        <a:lstStyle/>
        <a:p>
          <a:endParaRPr lang="en-IN"/>
        </a:p>
      </dgm:t>
    </dgm:pt>
    <dgm:pt modelId="{541AEF38-768B-4C49-B302-C6776CDB2409}">
      <dgm:prSet phldrT="[Text]"/>
      <dgm:spPr/>
      <dgm:t>
        <a:bodyPr/>
        <a:lstStyle/>
        <a:p>
          <a:r>
            <a:rPr lang="en-IN" dirty="0" smtClean="0"/>
            <a:t>Computer Attributes</a:t>
          </a:r>
          <a:endParaRPr lang="en-IN" dirty="0"/>
        </a:p>
      </dgm:t>
    </dgm:pt>
    <dgm:pt modelId="{27A1FE55-F4D1-480E-A06C-21EC60516924}" type="sibTrans" cxnId="{10D65F1F-7096-40E7-9CC0-3BD14CA44371}">
      <dgm:prSet/>
      <dgm:spPr/>
      <dgm:t>
        <a:bodyPr/>
        <a:lstStyle/>
        <a:p>
          <a:endParaRPr lang="en-IN"/>
        </a:p>
      </dgm:t>
    </dgm:pt>
    <dgm:pt modelId="{5A89CEA7-6267-4C89-BBEE-8F5C7DD89256}" type="parTrans" cxnId="{10D65F1F-7096-40E7-9CC0-3BD14CA44371}">
      <dgm:prSet/>
      <dgm:spPr/>
      <dgm:t>
        <a:bodyPr/>
        <a:lstStyle/>
        <a:p>
          <a:endParaRPr lang="en-IN"/>
        </a:p>
      </dgm:t>
    </dgm:pt>
    <dgm:pt modelId="{0CD191BA-7A79-4C77-86F8-757F222B6151}">
      <dgm:prSet phldrT="[Text]" custT="1"/>
      <dgm:spPr/>
      <dgm:t>
        <a:bodyPr/>
        <a:lstStyle/>
        <a:p>
          <a:r>
            <a:rPr lang="en-IN" sz="1600" dirty="0" smtClean="0"/>
            <a:t>Product Complexity (CPLX)</a:t>
          </a:r>
          <a:endParaRPr lang="en-IN" sz="1600" dirty="0"/>
        </a:p>
      </dgm:t>
    </dgm:pt>
    <dgm:pt modelId="{26925B1D-CA7A-4D58-B779-ACB26699E09E}" type="parTrans" cxnId="{C28B48A7-0C54-4167-95A9-151741CE2629}">
      <dgm:prSet/>
      <dgm:spPr/>
      <dgm:t>
        <a:bodyPr/>
        <a:lstStyle/>
        <a:p>
          <a:endParaRPr lang="en-IN"/>
        </a:p>
      </dgm:t>
    </dgm:pt>
    <dgm:pt modelId="{CA766623-3046-4C03-8D48-343A3FB2218F}" type="sibTrans" cxnId="{C28B48A7-0C54-4167-95A9-151741CE2629}">
      <dgm:prSet/>
      <dgm:spPr/>
      <dgm:t>
        <a:bodyPr/>
        <a:lstStyle/>
        <a:p>
          <a:endParaRPr lang="en-IN"/>
        </a:p>
      </dgm:t>
    </dgm:pt>
    <dgm:pt modelId="{DB926C88-DBC4-4C2F-9301-B8D2B2A01A22}">
      <dgm:prSet phldrT="[Text]" custT="1"/>
      <dgm:spPr/>
      <dgm:t>
        <a:bodyPr/>
        <a:lstStyle/>
        <a:p>
          <a:r>
            <a:rPr lang="en-IN" sz="1600" dirty="0" smtClean="0"/>
            <a:t>Main Storage constraint (STOR)</a:t>
          </a:r>
        </a:p>
      </dgm:t>
    </dgm:pt>
    <dgm:pt modelId="{3C4C9B09-046C-48BD-956F-29FAC8464533}" type="parTrans" cxnId="{306219BF-6E40-43A3-968B-C7C506289467}">
      <dgm:prSet/>
      <dgm:spPr/>
      <dgm:t>
        <a:bodyPr/>
        <a:lstStyle/>
        <a:p>
          <a:endParaRPr lang="en-IN"/>
        </a:p>
      </dgm:t>
    </dgm:pt>
    <dgm:pt modelId="{1E22819E-1611-47AC-9F98-F549E238CA5C}" type="sibTrans" cxnId="{306219BF-6E40-43A3-968B-C7C506289467}">
      <dgm:prSet/>
      <dgm:spPr/>
      <dgm:t>
        <a:bodyPr/>
        <a:lstStyle/>
        <a:p>
          <a:endParaRPr lang="en-IN"/>
        </a:p>
      </dgm:t>
    </dgm:pt>
    <dgm:pt modelId="{F8B7F9BE-C9AF-46C2-9518-D05CE36467CE}">
      <dgm:prSet phldrT="[Text]" custT="1"/>
      <dgm:spPr/>
      <dgm:t>
        <a:bodyPr/>
        <a:lstStyle/>
        <a:p>
          <a:r>
            <a:rPr lang="en-IN" sz="1600" dirty="0" smtClean="0"/>
            <a:t>Virtual Machine volatility (VIRT)</a:t>
          </a:r>
        </a:p>
      </dgm:t>
    </dgm:pt>
    <dgm:pt modelId="{6EC21AB8-739C-4ACA-92A5-B7ECFCF5BE46}" type="parTrans" cxnId="{2883772F-C2B5-497E-8D27-8F450508C0EA}">
      <dgm:prSet/>
      <dgm:spPr/>
      <dgm:t>
        <a:bodyPr/>
        <a:lstStyle/>
        <a:p>
          <a:endParaRPr lang="en-IN"/>
        </a:p>
      </dgm:t>
    </dgm:pt>
    <dgm:pt modelId="{A3D79F09-1ED1-497E-BB93-EF35E58EFF1E}" type="sibTrans" cxnId="{2883772F-C2B5-497E-8D27-8F450508C0EA}">
      <dgm:prSet/>
      <dgm:spPr/>
      <dgm:t>
        <a:bodyPr/>
        <a:lstStyle/>
        <a:p>
          <a:endParaRPr lang="en-IN"/>
        </a:p>
      </dgm:t>
    </dgm:pt>
    <dgm:pt modelId="{D21D4BBF-9129-40E9-BAC1-62A3D0A62595}">
      <dgm:prSet phldrT="[Text]" custT="1"/>
      <dgm:spPr/>
      <dgm:t>
        <a:bodyPr/>
        <a:lstStyle/>
        <a:p>
          <a:r>
            <a:rPr lang="en-IN" sz="1600" dirty="0" smtClean="0"/>
            <a:t>Programmer Capability (PCAP)</a:t>
          </a:r>
        </a:p>
      </dgm:t>
    </dgm:pt>
    <dgm:pt modelId="{83AE3561-C71A-4ACE-AF8F-F8276B542982}" type="parTrans" cxnId="{4284E4D8-B868-41A4-A8BA-C4B0B76AEC51}">
      <dgm:prSet/>
      <dgm:spPr/>
      <dgm:t>
        <a:bodyPr/>
        <a:lstStyle/>
        <a:p>
          <a:endParaRPr lang="en-IN"/>
        </a:p>
      </dgm:t>
    </dgm:pt>
    <dgm:pt modelId="{0353B7D6-C4B9-49AE-8A24-D418ECC11249}" type="sibTrans" cxnId="{4284E4D8-B868-41A4-A8BA-C4B0B76AEC51}">
      <dgm:prSet/>
      <dgm:spPr/>
      <dgm:t>
        <a:bodyPr/>
        <a:lstStyle/>
        <a:p>
          <a:endParaRPr lang="en-IN"/>
        </a:p>
      </dgm:t>
    </dgm:pt>
    <dgm:pt modelId="{FA8B94B5-9018-4BB9-A998-0971CA854C5A}">
      <dgm:prSet phldrT="[Text]" custT="1"/>
      <dgm:spPr/>
      <dgm:t>
        <a:bodyPr/>
        <a:lstStyle/>
        <a:p>
          <a:r>
            <a:rPr lang="en-IN" sz="1600" dirty="0" smtClean="0"/>
            <a:t>Virtual Machine Experience (VEXP)</a:t>
          </a:r>
        </a:p>
      </dgm:t>
    </dgm:pt>
    <dgm:pt modelId="{62B0DBFE-8DF7-4681-AABD-4646980C4A2E}" type="parTrans" cxnId="{E6BF6F59-B716-4920-938F-A77FEE5C0B99}">
      <dgm:prSet/>
      <dgm:spPr/>
      <dgm:t>
        <a:bodyPr/>
        <a:lstStyle/>
        <a:p>
          <a:endParaRPr lang="en-IN"/>
        </a:p>
      </dgm:t>
    </dgm:pt>
    <dgm:pt modelId="{B7155F5B-1BD3-43CD-87F0-7DAC3CB94A70}" type="sibTrans" cxnId="{E6BF6F59-B716-4920-938F-A77FEE5C0B99}">
      <dgm:prSet/>
      <dgm:spPr/>
      <dgm:t>
        <a:bodyPr/>
        <a:lstStyle/>
        <a:p>
          <a:endParaRPr lang="en-IN"/>
        </a:p>
      </dgm:t>
    </dgm:pt>
    <dgm:pt modelId="{0902C063-5142-4CDE-B652-31BC387412E8}">
      <dgm:prSet phldrT="[Text]" custT="1"/>
      <dgm:spPr/>
      <dgm:t>
        <a:bodyPr/>
        <a:lstStyle/>
        <a:p>
          <a:r>
            <a:rPr lang="en-IN" sz="1600" dirty="0" smtClean="0"/>
            <a:t>Programming language Experience (LEXP)</a:t>
          </a:r>
        </a:p>
      </dgm:t>
    </dgm:pt>
    <dgm:pt modelId="{476E4A97-CDC0-432E-87F2-F306F2B5EDC7}" type="parTrans" cxnId="{BF861527-8DBB-4E03-B94C-482A32B99C94}">
      <dgm:prSet/>
      <dgm:spPr/>
      <dgm:t>
        <a:bodyPr/>
        <a:lstStyle/>
        <a:p>
          <a:endParaRPr lang="en-IN"/>
        </a:p>
      </dgm:t>
    </dgm:pt>
    <dgm:pt modelId="{13BB3A46-EE53-4204-9974-1BBFEF0C936A}" type="sibTrans" cxnId="{BF861527-8DBB-4E03-B94C-482A32B99C94}">
      <dgm:prSet/>
      <dgm:spPr/>
      <dgm:t>
        <a:bodyPr/>
        <a:lstStyle/>
        <a:p>
          <a:endParaRPr lang="en-IN"/>
        </a:p>
      </dgm:t>
    </dgm:pt>
    <dgm:pt modelId="{A4FD3562-E3D1-4644-B0E0-4F3BAC42E38E}">
      <dgm:prSet phldrT="[Text]" custT="1"/>
      <dgm:spPr/>
      <dgm:t>
        <a:bodyPr/>
        <a:lstStyle/>
        <a:p>
          <a:r>
            <a:rPr lang="en-IN" sz="1600" dirty="0" smtClean="0"/>
            <a:t>Required development schedule (SCED)</a:t>
          </a:r>
        </a:p>
      </dgm:t>
    </dgm:pt>
    <dgm:pt modelId="{AD6E545E-6326-4FC1-842B-B07D99DCBED5}" type="parTrans" cxnId="{8E43733D-7128-4166-A855-0AA3BDB926F8}">
      <dgm:prSet/>
      <dgm:spPr/>
      <dgm:t>
        <a:bodyPr/>
        <a:lstStyle/>
        <a:p>
          <a:endParaRPr lang="en-US"/>
        </a:p>
      </dgm:t>
    </dgm:pt>
    <dgm:pt modelId="{FC37AD8B-60BF-4FF8-AEDB-C584447F14F4}" type="sibTrans" cxnId="{8E43733D-7128-4166-A855-0AA3BDB926F8}">
      <dgm:prSet/>
      <dgm:spPr/>
      <dgm:t>
        <a:bodyPr/>
        <a:lstStyle/>
        <a:p>
          <a:endParaRPr lang="en-US"/>
        </a:p>
      </dgm:t>
    </dgm:pt>
    <dgm:pt modelId="{F8DFE5B2-C47E-4C70-A3C7-91C04DE6A32F}" type="pres">
      <dgm:prSet presAssocID="{14D02513-CF9B-405B-BD10-D1866691384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8A19B893-DDF0-4279-A9AC-006CC8F37251}" type="pres">
      <dgm:prSet presAssocID="{50CB9212-C028-41B6-A5F0-02760393B6A9}" presName="linNode" presStyleCnt="0"/>
      <dgm:spPr/>
    </dgm:pt>
    <dgm:pt modelId="{CE8F5E1C-6DB3-43DE-9AEC-08A4A931AB6A}" type="pres">
      <dgm:prSet presAssocID="{50CB9212-C028-41B6-A5F0-02760393B6A9}" presName="parentText" presStyleLbl="node1" presStyleIdx="0" presStyleCnt="4" custScaleX="86303" custScaleY="86043" custLinFactNeighborX="845" custLinFactNeighborY="2239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E1CB78E-0B88-45B5-BDE7-1B79EAD0D185}" type="pres">
      <dgm:prSet presAssocID="{50CB9212-C028-41B6-A5F0-02760393B6A9}" presName="descendantText" presStyleLbl="alignAccFollowNode1" presStyleIdx="0" presStyleCnt="4" custLinFactNeighborX="1502" custLinFactNeighborY="279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C45571C-0B7F-426A-AEA1-98C9EEAE4B2B}" type="pres">
      <dgm:prSet presAssocID="{2BB72254-9203-464C-B12F-792CAAE10A5D}" presName="sp" presStyleCnt="0"/>
      <dgm:spPr/>
    </dgm:pt>
    <dgm:pt modelId="{1B101723-2DE8-43B5-89EC-425378246F6F}" type="pres">
      <dgm:prSet presAssocID="{541AEF38-768B-4C49-B302-C6776CDB2409}" presName="linNode" presStyleCnt="0"/>
      <dgm:spPr/>
    </dgm:pt>
    <dgm:pt modelId="{57F7546F-0735-4859-A86A-9627CE4C8737}" type="pres">
      <dgm:prSet presAssocID="{541AEF38-768B-4C49-B302-C6776CDB2409}" presName="parentText" presStyleLbl="node1" presStyleIdx="1" presStyleCnt="4" custScaleX="89766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13930A7-A7D2-4E95-9BCA-6B0279277DED}" type="pres">
      <dgm:prSet presAssocID="{541AEF38-768B-4C49-B302-C6776CDB2409}" presName="descendantText" presStyleLbl="alignAccFollowNode1" presStyleIdx="1" presStyleCnt="4" custLinFactNeighborX="-229" custLinFactNeighborY="1127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A173A2D-A48D-4A33-BB98-499F9B6C5217}" type="pres">
      <dgm:prSet presAssocID="{27A1FE55-F4D1-480E-A06C-21EC60516924}" presName="sp" presStyleCnt="0"/>
      <dgm:spPr/>
    </dgm:pt>
    <dgm:pt modelId="{D82F1F41-0591-4ADF-A127-27ACCA9A4D1B}" type="pres">
      <dgm:prSet presAssocID="{395DBA95-DE29-4EA0-BA13-B73D3786E7B3}" presName="linNode" presStyleCnt="0"/>
      <dgm:spPr/>
    </dgm:pt>
    <dgm:pt modelId="{279DDA6D-1D59-4ACA-AA69-5EE5B6BD06E0}" type="pres">
      <dgm:prSet presAssocID="{395DBA95-DE29-4EA0-BA13-B73D3786E7B3}" presName="parentText" presStyleLbl="node1" presStyleIdx="2" presStyleCnt="4" custScaleX="89308" custScaleY="109668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385F139-9000-428D-AF6C-7C2DB347D229}" type="pres">
      <dgm:prSet presAssocID="{395DBA95-DE29-4EA0-BA13-B73D3786E7B3}" presName="descendantText" presStyleLbl="alignAccFollowNode1" presStyleIdx="2" presStyleCnt="4" custScaleY="120651" custLinFactNeighborX="316" custLinFactNeighborY="0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A602D99-CCE5-4AF9-9373-C446006C0ABA}" type="pres">
      <dgm:prSet presAssocID="{9F56985C-D67B-4C0D-A7F0-E9517641B11E}" presName="sp" presStyleCnt="0"/>
      <dgm:spPr/>
    </dgm:pt>
    <dgm:pt modelId="{EEDCCB3A-1E6A-4FCA-BE9C-642AED27FC9D}" type="pres">
      <dgm:prSet presAssocID="{8DEBAC19-760B-4651-9114-77A5475CD82B}" presName="linNode" presStyleCnt="0"/>
      <dgm:spPr/>
    </dgm:pt>
    <dgm:pt modelId="{2C87CC42-D3BF-4C00-AE99-6991F56FC454}" type="pres">
      <dgm:prSet presAssocID="{8DEBAC19-760B-4651-9114-77A5475CD82B}" presName="parentText" presStyleLbl="node1" presStyleIdx="3" presStyleCnt="4" custScaleX="86303" custLinFactNeighborX="845" custLinFactNeighborY="2239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64DF130-7ACD-4C24-BBDB-612C3943A33A}" type="pres">
      <dgm:prSet presAssocID="{8DEBAC19-760B-4651-9114-77A5475CD82B}" presName="descendantText" presStyleLbl="alignAccFollowNode1" presStyleIdx="3" presStyleCnt="4" custLinFactNeighborX="1502" custLinFactNeighborY="279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2883772F-C2B5-497E-8D27-8F450508C0EA}" srcId="{541AEF38-768B-4C49-B302-C6776CDB2409}" destId="{F8B7F9BE-C9AF-46C2-9518-D05CE36467CE}" srcOrd="2" destOrd="0" parTransId="{6EC21AB8-739C-4ACA-92A5-B7ECFCF5BE46}" sibTransId="{A3D79F09-1ED1-497E-BB93-EF35E58EFF1E}"/>
    <dgm:cxn modelId="{D78B1711-0819-4C80-95E7-12C6A35F0BD4}" type="presOf" srcId="{F8FC08A8-9A00-4FBB-BF3C-D53A17B92D12}" destId="{B13930A7-A7D2-4E95-9BCA-6B0279277DED}" srcOrd="0" destOrd="0" presId="urn:microsoft.com/office/officeart/2005/8/layout/vList5"/>
    <dgm:cxn modelId="{4284E4D8-B868-41A4-A8BA-C4B0B76AEC51}" srcId="{395DBA95-DE29-4EA0-BA13-B73D3786E7B3}" destId="{D21D4BBF-9129-40E9-BAC1-62A3D0A62595}" srcOrd="2" destOrd="0" parTransId="{83AE3561-C71A-4ACE-AF8F-F8276B542982}" sibTransId="{0353B7D6-C4B9-49AE-8A24-D418ECC11249}"/>
    <dgm:cxn modelId="{9E83ACAA-5FED-4CFC-BD57-05978F0B2D24}" type="presOf" srcId="{0902C063-5142-4CDE-B652-31BC387412E8}" destId="{6385F139-9000-428D-AF6C-7C2DB347D229}" srcOrd="0" destOrd="4" presId="urn:microsoft.com/office/officeart/2005/8/layout/vList5"/>
    <dgm:cxn modelId="{10D65F1F-7096-40E7-9CC0-3BD14CA44371}" srcId="{14D02513-CF9B-405B-BD10-D18666913840}" destId="{541AEF38-768B-4C49-B302-C6776CDB2409}" srcOrd="1" destOrd="0" parTransId="{5A89CEA7-6267-4C89-BBEE-8F5C7DD89256}" sibTransId="{27A1FE55-F4D1-480E-A06C-21EC60516924}"/>
    <dgm:cxn modelId="{291B5696-2C70-479A-9173-7A874CA73D2B}" srcId="{14D02513-CF9B-405B-BD10-D18666913840}" destId="{395DBA95-DE29-4EA0-BA13-B73D3786E7B3}" srcOrd="2" destOrd="0" parTransId="{15687568-D153-419C-820A-331262368013}" sibTransId="{9F56985C-D67B-4C0D-A7F0-E9517641B11E}"/>
    <dgm:cxn modelId="{6C9F8326-94BB-4127-BB71-A804FA1953B4}" type="presOf" srcId="{D21D4BBF-9129-40E9-BAC1-62A3D0A62595}" destId="{6385F139-9000-428D-AF6C-7C2DB347D229}" srcOrd="0" destOrd="2" presId="urn:microsoft.com/office/officeart/2005/8/layout/vList5"/>
    <dgm:cxn modelId="{00F6055F-7A06-4FF8-BACC-99EB0FB06526}" type="presOf" srcId="{FA8B94B5-9018-4BB9-A998-0971CA854C5A}" destId="{6385F139-9000-428D-AF6C-7C2DB347D229}" srcOrd="0" destOrd="3" presId="urn:microsoft.com/office/officeart/2005/8/layout/vList5"/>
    <dgm:cxn modelId="{62C91632-671F-4832-924A-4167FECF3B01}" type="presOf" srcId="{18C5D87F-F808-47A9-84E5-8482581E9726}" destId="{FE1CB78E-0B88-45B5-BDE7-1B79EAD0D185}" srcOrd="0" destOrd="0" presId="urn:microsoft.com/office/officeart/2005/8/layout/vList5"/>
    <dgm:cxn modelId="{FC16C353-8D2F-4619-9248-196359A866D4}" type="presOf" srcId="{BCCE0130-16FD-4FB4-B934-0FA3AD2CB517}" destId="{FE1CB78E-0B88-45B5-BDE7-1B79EAD0D185}" srcOrd="0" destOrd="1" presId="urn:microsoft.com/office/officeart/2005/8/layout/vList5"/>
    <dgm:cxn modelId="{2D55FF2D-2116-4DBA-A1F6-1D6143B1C22C}" type="presOf" srcId="{50CB9212-C028-41B6-A5F0-02760393B6A9}" destId="{CE8F5E1C-6DB3-43DE-9AEC-08A4A931AB6A}" srcOrd="0" destOrd="0" presId="urn:microsoft.com/office/officeart/2005/8/layout/vList5"/>
    <dgm:cxn modelId="{C6B70A65-604B-4FC7-AA50-AFBFF83E166C}" type="presOf" srcId="{A4FD3562-E3D1-4644-B0E0-4F3BAC42E38E}" destId="{464DF130-7ACD-4C24-BBDB-612C3943A33A}" srcOrd="0" destOrd="2" presId="urn:microsoft.com/office/officeart/2005/8/layout/vList5"/>
    <dgm:cxn modelId="{CA92D5C9-5034-4C45-A224-ECEF13A46246}" type="presOf" srcId="{395DBA95-DE29-4EA0-BA13-B73D3786E7B3}" destId="{279DDA6D-1D59-4ACA-AA69-5EE5B6BD06E0}" srcOrd="0" destOrd="0" presId="urn:microsoft.com/office/officeart/2005/8/layout/vList5"/>
    <dgm:cxn modelId="{4C24CFAF-DF8A-44E7-A1B7-6E2C6DC0E6FA}" type="presOf" srcId="{DB926C88-DBC4-4C2F-9301-B8D2B2A01A22}" destId="{B13930A7-A7D2-4E95-9BCA-6B0279277DED}" srcOrd="0" destOrd="1" presId="urn:microsoft.com/office/officeart/2005/8/layout/vList5"/>
    <dgm:cxn modelId="{024461BE-AB06-4D13-899C-0C94E651AE31}" type="presOf" srcId="{F8B7F9BE-C9AF-46C2-9518-D05CE36467CE}" destId="{B13930A7-A7D2-4E95-9BCA-6B0279277DED}" srcOrd="0" destOrd="2" presId="urn:microsoft.com/office/officeart/2005/8/layout/vList5"/>
    <dgm:cxn modelId="{41EE74AA-B421-4FC6-987F-3F661070F18F}" type="presOf" srcId="{14D02513-CF9B-405B-BD10-D18666913840}" destId="{F8DFE5B2-C47E-4C70-A3C7-91C04DE6A32F}" srcOrd="0" destOrd="0" presId="urn:microsoft.com/office/officeart/2005/8/layout/vList5"/>
    <dgm:cxn modelId="{24DBF50B-D37D-492B-9167-A7CCB1707EE2}" srcId="{14D02513-CF9B-405B-BD10-D18666913840}" destId="{8DEBAC19-760B-4651-9114-77A5475CD82B}" srcOrd="3" destOrd="0" parTransId="{8C8F59B5-9A74-4486-9E29-39230575F84D}" sibTransId="{B46536C7-7BA1-4BE3-BBEF-237DC0DFF27F}"/>
    <dgm:cxn modelId="{DFA7FBA3-FCEF-416F-9425-1049935219EA}" srcId="{14D02513-CF9B-405B-BD10-D18666913840}" destId="{50CB9212-C028-41B6-A5F0-02760393B6A9}" srcOrd="0" destOrd="0" parTransId="{D4AA3531-F352-450C-A524-69CD69C5CF9E}" sibTransId="{2BB72254-9203-464C-B12F-792CAAE10A5D}"/>
    <dgm:cxn modelId="{0DA68EB6-4B4B-4A77-9455-D7F6E98C5C0C}" type="presOf" srcId="{A31E8E3F-1CB9-4460-9FA3-05C4FFCBA841}" destId="{464DF130-7ACD-4C24-BBDB-612C3943A33A}" srcOrd="0" destOrd="0" presId="urn:microsoft.com/office/officeart/2005/8/layout/vList5"/>
    <dgm:cxn modelId="{C1FF72C9-8D4A-45B6-99B7-F11352EF5810}" srcId="{541AEF38-768B-4C49-B302-C6776CDB2409}" destId="{F8FC08A8-9A00-4FBB-BF3C-D53A17B92D12}" srcOrd="0" destOrd="0" parTransId="{5488DCD8-CA05-4EEB-990F-0D612E826044}" sibTransId="{9FD86A40-6C1D-45C9-8503-2194AF12E43C}"/>
    <dgm:cxn modelId="{79591879-BC3A-4230-AAB2-B44A417A750D}" srcId="{8DEBAC19-760B-4651-9114-77A5475CD82B}" destId="{A31E8E3F-1CB9-4460-9FA3-05C4FFCBA841}" srcOrd="0" destOrd="0" parTransId="{34B9F407-60EF-472F-A3B2-27BAB018E848}" sibTransId="{D2524732-DB96-4FBD-94D7-3149126769DE}"/>
    <dgm:cxn modelId="{7A8B577E-609C-4D6D-9B3D-7CDE8C1A7128}" type="presOf" srcId="{541AEF38-768B-4C49-B302-C6776CDB2409}" destId="{57F7546F-0735-4859-A86A-9627CE4C8737}" srcOrd="0" destOrd="0" presId="urn:microsoft.com/office/officeart/2005/8/layout/vList5"/>
    <dgm:cxn modelId="{EF2292D4-16AF-4948-8641-93E94482E3A3}" type="presOf" srcId="{0CD191BA-7A79-4C77-86F8-757F222B6151}" destId="{FE1CB78E-0B88-45B5-BDE7-1B79EAD0D185}" srcOrd="0" destOrd="2" presId="urn:microsoft.com/office/officeart/2005/8/layout/vList5"/>
    <dgm:cxn modelId="{8E43733D-7128-4166-A855-0AA3BDB926F8}" srcId="{8DEBAC19-760B-4651-9114-77A5475CD82B}" destId="{A4FD3562-E3D1-4644-B0E0-4F3BAC42E38E}" srcOrd="2" destOrd="0" parTransId="{AD6E545E-6326-4FC1-842B-B07D99DCBED5}" sibTransId="{FC37AD8B-60BF-4FF8-AEDB-C584447F14F4}"/>
    <dgm:cxn modelId="{E6BF6F59-B716-4920-938F-A77FEE5C0B99}" srcId="{395DBA95-DE29-4EA0-BA13-B73D3786E7B3}" destId="{FA8B94B5-9018-4BB9-A998-0971CA854C5A}" srcOrd="3" destOrd="0" parTransId="{62B0DBFE-8DF7-4681-AABD-4646980C4A2E}" sibTransId="{B7155F5B-1BD3-43CD-87F0-7DAC3CB94A70}"/>
    <dgm:cxn modelId="{646DF6E4-F127-4F57-91D4-76675B1064F2}" srcId="{8DEBAC19-760B-4651-9114-77A5475CD82B}" destId="{B8CF8A01-B0B2-4107-B71A-357B3021498E}" srcOrd="1" destOrd="0" parTransId="{DD2E8DC9-8441-4C40-816C-BC4975301B14}" sibTransId="{B2335BBD-EAA3-4687-B770-96E4678562AF}"/>
    <dgm:cxn modelId="{A8ABC1F5-3BFD-416A-AC7E-50B15A6BDA49}" type="presOf" srcId="{8DEBAC19-760B-4651-9114-77A5475CD82B}" destId="{2C87CC42-D3BF-4C00-AE99-6991F56FC454}" srcOrd="0" destOrd="0" presId="urn:microsoft.com/office/officeart/2005/8/layout/vList5"/>
    <dgm:cxn modelId="{BF861527-8DBB-4E03-B94C-482A32B99C94}" srcId="{395DBA95-DE29-4EA0-BA13-B73D3786E7B3}" destId="{0902C063-5142-4CDE-B652-31BC387412E8}" srcOrd="4" destOrd="0" parTransId="{476E4A97-CDC0-432E-87F2-F306F2B5EDC7}" sibTransId="{13BB3A46-EE53-4204-9974-1BBFEF0C936A}"/>
    <dgm:cxn modelId="{4E8B81BD-F8D6-46F4-8798-D99F1404E832}" srcId="{395DBA95-DE29-4EA0-BA13-B73D3786E7B3}" destId="{89AFE577-1E0F-45D8-859E-3ADD96C91CE6}" srcOrd="1" destOrd="0" parTransId="{2BFB0307-FBD1-460C-A8B1-B63B2DF80D58}" sibTransId="{9A5D80D2-EE07-41AE-B2FF-DB17211C0BF8}"/>
    <dgm:cxn modelId="{306219BF-6E40-43A3-968B-C7C506289467}" srcId="{541AEF38-768B-4C49-B302-C6776CDB2409}" destId="{DB926C88-DBC4-4C2F-9301-B8D2B2A01A22}" srcOrd="1" destOrd="0" parTransId="{3C4C9B09-046C-48BD-956F-29FAC8464533}" sibTransId="{1E22819E-1611-47AC-9F98-F549E238CA5C}"/>
    <dgm:cxn modelId="{E89604D8-3ED1-4E3F-B7EC-FC88ADB9DF3E}" srcId="{50CB9212-C028-41B6-A5F0-02760393B6A9}" destId="{BCCE0130-16FD-4FB4-B934-0FA3AD2CB517}" srcOrd="1" destOrd="0" parTransId="{12EE452E-DB1C-4633-8E4A-519DB3DF52CD}" sibTransId="{9522F149-F89E-4A19-BFBA-1502EC427ECF}"/>
    <dgm:cxn modelId="{96ED57C6-9224-444F-98DD-B77D1DE542F6}" type="presOf" srcId="{B8CF8A01-B0B2-4107-B71A-357B3021498E}" destId="{464DF130-7ACD-4C24-BBDB-612C3943A33A}" srcOrd="0" destOrd="1" presId="urn:microsoft.com/office/officeart/2005/8/layout/vList5"/>
    <dgm:cxn modelId="{18B1D583-168A-4FFD-9D15-3FE38BF1D44D}" srcId="{50CB9212-C028-41B6-A5F0-02760393B6A9}" destId="{18C5D87F-F808-47A9-84E5-8482581E9726}" srcOrd="0" destOrd="0" parTransId="{52A24F39-FEBD-495B-808A-B633CE9D1164}" sibTransId="{06EC0C37-49C8-4D90-9701-8D3844D8C580}"/>
    <dgm:cxn modelId="{3595D4BC-30B9-4780-A922-357482A13AA8}" srcId="{541AEF38-768B-4C49-B302-C6776CDB2409}" destId="{A8A43B89-8FFE-4312-9383-298A8CAE0DD7}" srcOrd="3" destOrd="0" parTransId="{358019BD-7F89-493A-9CF5-4E45799651EB}" sibTransId="{9A1D308A-54D0-4493-B6E8-B41CAEEB3CA0}"/>
    <dgm:cxn modelId="{C28B48A7-0C54-4167-95A9-151741CE2629}" srcId="{50CB9212-C028-41B6-A5F0-02760393B6A9}" destId="{0CD191BA-7A79-4C77-86F8-757F222B6151}" srcOrd="2" destOrd="0" parTransId="{26925B1D-CA7A-4D58-B779-ACB26699E09E}" sibTransId="{CA766623-3046-4C03-8D48-343A3FB2218F}"/>
    <dgm:cxn modelId="{A10B0BAE-462B-468B-BAC7-CDC9B33E590A}" type="presOf" srcId="{CE1EC990-0322-4732-908F-B0DDD389CAEF}" destId="{6385F139-9000-428D-AF6C-7C2DB347D229}" srcOrd="0" destOrd="0" presId="urn:microsoft.com/office/officeart/2005/8/layout/vList5"/>
    <dgm:cxn modelId="{D2A037E7-26BF-4733-839A-90099CEE75E0}" type="presOf" srcId="{A8A43B89-8FFE-4312-9383-298A8CAE0DD7}" destId="{B13930A7-A7D2-4E95-9BCA-6B0279277DED}" srcOrd="0" destOrd="3" presId="urn:microsoft.com/office/officeart/2005/8/layout/vList5"/>
    <dgm:cxn modelId="{C34BAEDE-CA4C-4A6B-9767-D3236E0B1A90}" srcId="{395DBA95-DE29-4EA0-BA13-B73D3786E7B3}" destId="{CE1EC990-0322-4732-908F-B0DDD389CAEF}" srcOrd="0" destOrd="0" parTransId="{40554874-C094-4934-8533-21F3FA5BA40A}" sibTransId="{F9417C7B-947F-4A9C-A15E-551F0E8D1E87}"/>
    <dgm:cxn modelId="{1E7B9CC5-0137-453A-A2EE-264E3B79D208}" type="presOf" srcId="{89AFE577-1E0F-45D8-859E-3ADD96C91CE6}" destId="{6385F139-9000-428D-AF6C-7C2DB347D229}" srcOrd="0" destOrd="1" presId="urn:microsoft.com/office/officeart/2005/8/layout/vList5"/>
    <dgm:cxn modelId="{F7B37FA8-19FB-4CF5-8142-E496558FE3C5}" type="presParOf" srcId="{F8DFE5B2-C47E-4C70-A3C7-91C04DE6A32F}" destId="{8A19B893-DDF0-4279-A9AC-006CC8F37251}" srcOrd="0" destOrd="0" presId="urn:microsoft.com/office/officeart/2005/8/layout/vList5"/>
    <dgm:cxn modelId="{D758CCC1-B508-476D-A657-F9C8F3463229}" type="presParOf" srcId="{8A19B893-DDF0-4279-A9AC-006CC8F37251}" destId="{CE8F5E1C-6DB3-43DE-9AEC-08A4A931AB6A}" srcOrd="0" destOrd="0" presId="urn:microsoft.com/office/officeart/2005/8/layout/vList5"/>
    <dgm:cxn modelId="{765742D6-0D7A-4265-9F8B-0DF624D31732}" type="presParOf" srcId="{8A19B893-DDF0-4279-A9AC-006CC8F37251}" destId="{FE1CB78E-0B88-45B5-BDE7-1B79EAD0D185}" srcOrd="1" destOrd="0" presId="urn:microsoft.com/office/officeart/2005/8/layout/vList5"/>
    <dgm:cxn modelId="{C1F357FC-7997-4C0E-8E6A-574B578B9FD8}" type="presParOf" srcId="{F8DFE5B2-C47E-4C70-A3C7-91C04DE6A32F}" destId="{4C45571C-0B7F-426A-AEA1-98C9EEAE4B2B}" srcOrd="1" destOrd="0" presId="urn:microsoft.com/office/officeart/2005/8/layout/vList5"/>
    <dgm:cxn modelId="{B760A334-D0F8-419D-BAAC-6955FED1D039}" type="presParOf" srcId="{F8DFE5B2-C47E-4C70-A3C7-91C04DE6A32F}" destId="{1B101723-2DE8-43B5-89EC-425378246F6F}" srcOrd="2" destOrd="0" presId="urn:microsoft.com/office/officeart/2005/8/layout/vList5"/>
    <dgm:cxn modelId="{1C3E9CC9-9CB7-4C3D-A9C0-86FED71E146B}" type="presParOf" srcId="{1B101723-2DE8-43B5-89EC-425378246F6F}" destId="{57F7546F-0735-4859-A86A-9627CE4C8737}" srcOrd="0" destOrd="0" presId="urn:microsoft.com/office/officeart/2005/8/layout/vList5"/>
    <dgm:cxn modelId="{3E4165AE-2219-42E6-878F-EC3BDA6F4853}" type="presParOf" srcId="{1B101723-2DE8-43B5-89EC-425378246F6F}" destId="{B13930A7-A7D2-4E95-9BCA-6B0279277DED}" srcOrd="1" destOrd="0" presId="urn:microsoft.com/office/officeart/2005/8/layout/vList5"/>
    <dgm:cxn modelId="{3574928A-B149-47EB-92F4-75FE18702747}" type="presParOf" srcId="{F8DFE5B2-C47E-4C70-A3C7-91C04DE6A32F}" destId="{AA173A2D-A48D-4A33-BB98-499F9B6C5217}" srcOrd="3" destOrd="0" presId="urn:microsoft.com/office/officeart/2005/8/layout/vList5"/>
    <dgm:cxn modelId="{AD83263C-9F34-486A-A1F6-83AF1FFE2733}" type="presParOf" srcId="{F8DFE5B2-C47E-4C70-A3C7-91C04DE6A32F}" destId="{D82F1F41-0591-4ADF-A127-27ACCA9A4D1B}" srcOrd="4" destOrd="0" presId="urn:microsoft.com/office/officeart/2005/8/layout/vList5"/>
    <dgm:cxn modelId="{9AB8BD01-F677-41BA-8538-9FA942A16634}" type="presParOf" srcId="{D82F1F41-0591-4ADF-A127-27ACCA9A4D1B}" destId="{279DDA6D-1D59-4ACA-AA69-5EE5B6BD06E0}" srcOrd="0" destOrd="0" presId="urn:microsoft.com/office/officeart/2005/8/layout/vList5"/>
    <dgm:cxn modelId="{0A12A3C1-1D9E-44F0-A1C6-31C6B7778562}" type="presParOf" srcId="{D82F1F41-0591-4ADF-A127-27ACCA9A4D1B}" destId="{6385F139-9000-428D-AF6C-7C2DB347D229}" srcOrd="1" destOrd="0" presId="urn:microsoft.com/office/officeart/2005/8/layout/vList5"/>
    <dgm:cxn modelId="{F5B783C1-737C-4EA7-9112-F2FFAFDF86A7}" type="presParOf" srcId="{F8DFE5B2-C47E-4C70-A3C7-91C04DE6A32F}" destId="{5A602D99-CCE5-4AF9-9373-C446006C0ABA}" srcOrd="5" destOrd="0" presId="urn:microsoft.com/office/officeart/2005/8/layout/vList5"/>
    <dgm:cxn modelId="{BD1F65B8-E005-4E90-950E-5F6C871A08E9}" type="presParOf" srcId="{F8DFE5B2-C47E-4C70-A3C7-91C04DE6A32F}" destId="{EEDCCB3A-1E6A-4FCA-BE9C-642AED27FC9D}" srcOrd="6" destOrd="0" presId="urn:microsoft.com/office/officeart/2005/8/layout/vList5"/>
    <dgm:cxn modelId="{7B2284C3-0279-48CD-86FD-5C73EB185F9E}" type="presParOf" srcId="{EEDCCB3A-1E6A-4FCA-BE9C-642AED27FC9D}" destId="{2C87CC42-D3BF-4C00-AE99-6991F56FC454}" srcOrd="0" destOrd="0" presId="urn:microsoft.com/office/officeart/2005/8/layout/vList5"/>
    <dgm:cxn modelId="{50768707-6A8A-4168-9A39-70315521D7BF}" type="presParOf" srcId="{EEDCCB3A-1E6A-4FCA-BE9C-642AED27FC9D}" destId="{464DF130-7ACD-4C24-BBDB-612C3943A33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60428FF-7072-4E56-8CB4-5286B9802947}">
      <dsp:nvSpPr>
        <dsp:cNvPr id="0" name=""/>
        <dsp:cNvSpPr/>
      </dsp:nvSpPr>
      <dsp:spPr>
        <a:xfrm>
          <a:off x="407877" y="600"/>
          <a:ext cx="951279" cy="951279"/>
        </a:xfrm>
        <a:prstGeom prst="ellipse">
          <a:avLst/>
        </a:prstGeom>
        <a:gradFill rotWithShape="0">
          <a:gsLst>
            <a:gs pos="0">
              <a:schemeClr val="accent2">
                <a:shade val="80000"/>
                <a:alpha val="5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shade val="80000"/>
                <a:alpha val="5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shade val="80000"/>
                <a:alpha val="5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2352" tIns="22860" rIns="52352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 smtClean="0">
              <a:latin typeface="Aharoni" pitchFamily="2" charset="-79"/>
              <a:cs typeface="Aharoni" pitchFamily="2" charset="-79"/>
            </a:rPr>
            <a:t>Very Low</a:t>
          </a:r>
          <a:endParaRPr lang="en-IN" sz="1800" kern="1200" dirty="0">
            <a:latin typeface="Aharoni" pitchFamily="2" charset="-79"/>
            <a:cs typeface="Aharoni" pitchFamily="2" charset="-79"/>
          </a:endParaRPr>
        </a:p>
      </dsp:txBody>
      <dsp:txXfrm>
        <a:off x="407877" y="600"/>
        <a:ext cx="951279" cy="951279"/>
      </dsp:txXfrm>
    </dsp:sp>
    <dsp:sp modelId="{E2EFEE73-8195-4794-A21E-5FBFF1C80EDA}">
      <dsp:nvSpPr>
        <dsp:cNvPr id="0" name=""/>
        <dsp:cNvSpPr/>
      </dsp:nvSpPr>
      <dsp:spPr>
        <a:xfrm>
          <a:off x="1559612" y="166"/>
          <a:ext cx="951279" cy="951279"/>
        </a:xfrm>
        <a:prstGeom prst="ellipse">
          <a:avLst/>
        </a:prstGeom>
        <a:gradFill rotWithShape="0">
          <a:gsLst>
            <a:gs pos="0">
              <a:schemeClr val="accent2">
                <a:shade val="80000"/>
                <a:alpha val="50000"/>
                <a:hueOff val="-7"/>
                <a:satOff val="906"/>
                <a:lumOff val="1034"/>
                <a:alphaOff val="-6000"/>
                <a:tint val="50000"/>
                <a:satMod val="300000"/>
              </a:schemeClr>
            </a:gs>
            <a:gs pos="35000">
              <a:schemeClr val="accent2">
                <a:shade val="80000"/>
                <a:alpha val="50000"/>
                <a:hueOff val="-7"/>
                <a:satOff val="906"/>
                <a:lumOff val="1034"/>
                <a:alphaOff val="-6000"/>
                <a:tint val="37000"/>
                <a:satMod val="300000"/>
              </a:schemeClr>
            </a:gs>
            <a:gs pos="100000">
              <a:schemeClr val="accent2">
                <a:shade val="80000"/>
                <a:alpha val="50000"/>
                <a:hueOff val="-7"/>
                <a:satOff val="906"/>
                <a:lumOff val="1034"/>
                <a:alphaOff val="-6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2352" tIns="22860" rIns="52352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 smtClean="0">
              <a:latin typeface="Aharoni" pitchFamily="2" charset="-79"/>
              <a:cs typeface="Aharoni" pitchFamily="2" charset="-79"/>
            </a:rPr>
            <a:t>Low</a:t>
          </a:r>
        </a:p>
      </dsp:txBody>
      <dsp:txXfrm>
        <a:off x="1559612" y="166"/>
        <a:ext cx="951279" cy="951279"/>
      </dsp:txXfrm>
    </dsp:sp>
    <dsp:sp modelId="{1DEE69EF-D5C8-48AA-9FE2-2AA88D3D0417}">
      <dsp:nvSpPr>
        <dsp:cNvPr id="0" name=""/>
        <dsp:cNvSpPr/>
      </dsp:nvSpPr>
      <dsp:spPr>
        <a:xfrm>
          <a:off x="2711346" y="166"/>
          <a:ext cx="1496144" cy="951279"/>
        </a:xfrm>
        <a:prstGeom prst="ellipse">
          <a:avLst/>
        </a:prstGeom>
        <a:gradFill rotWithShape="0">
          <a:gsLst>
            <a:gs pos="0">
              <a:schemeClr val="accent2">
                <a:shade val="80000"/>
                <a:alpha val="50000"/>
                <a:hueOff val="-15"/>
                <a:satOff val="1812"/>
                <a:lumOff val="2068"/>
                <a:alphaOff val="-12000"/>
                <a:tint val="50000"/>
                <a:satMod val="300000"/>
              </a:schemeClr>
            </a:gs>
            <a:gs pos="35000">
              <a:schemeClr val="accent2">
                <a:shade val="80000"/>
                <a:alpha val="50000"/>
                <a:hueOff val="-15"/>
                <a:satOff val="1812"/>
                <a:lumOff val="2068"/>
                <a:alphaOff val="-12000"/>
                <a:tint val="37000"/>
                <a:satMod val="300000"/>
              </a:schemeClr>
            </a:gs>
            <a:gs pos="100000">
              <a:schemeClr val="accent2">
                <a:shade val="80000"/>
                <a:alpha val="50000"/>
                <a:hueOff val="-15"/>
                <a:satOff val="1812"/>
                <a:lumOff val="2068"/>
                <a:alphaOff val="-12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2352" tIns="22860" rIns="52352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 smtClean="0">
              <a:latin typeface="Aharoni" pitchFamily="2" charset="-79"/>
              <a:cs typeface="Aharoni" pitchFamily="2" charset="-79"/>
            </a:rPr>
            <a:t>Nominal</a:t>
          </a:r>
          <a:endParaRPr lang="en-IN" sz="1200" kern="1200" dirty="0"/>
        </a:p>
      </dsp:txBody>
      <dsp:txXfrm>
        <a:off x="2711346" y="166"/>
        <a:ext cx="1496144" cy="951279"/>
      </dsp:txXfrm>
    </dsp:sp>
    <dsp:sp modelId="{D71DEFF0-95D5-4315-BF66-B407FD24DF8A}">
      <dsp:nvSpPr>
        <dsp:cNvPr id="0" name=""/>
        <dsp:cNvSpPr/>
      </dsp:nvSpPr>
      <dsp:spPr>
        <a:xfrm>
          <a:off x="4464425" y="166"/>
          <a:ext cx="951279" cy="951279"/>
        </a:xfrm>
        <a:prstGeom prst="ellipse">
          <a:avLst/>
        </a:prstGeom>
        <a:gradFill rotWithShape="0">
          <a:gsLst>
            <a:gs pos="0">
              <a:schemeClr val="accent2">
                <a:shade val="80000"/>
                <a:alpha val="50000"/>
                <a:hueOff val="-22"/>
                <a:satOff val="2717"/>
                <a:lumOff val="3103"/>
                <a:alphaOff val="-18000"/>
                <a:tint val="50000"/>
                <a:satMod val="300000"/>
              </a:schemeClr>
            </a:gs>
            <a:gs pos="35000">
              <a:schemeClr val="accent2">
                <a:shade val="80000"/>
                <a:alpha val="50000"/>
                <a:hueOff val="-22"/>
                <a:satOff val="2717"/>
                <a:lumOff val="3103"/>
                <a:alphaOff val="-18000"/>
                <a:tint val="37000"/>
                <a:satMod val="300000"/>
              </a:schemeClr>
            </a:gs>
            <a:gs pos="100000">
              <a:schemeClr val="accent2">
                <a:shade val="80000"/>
                <a:alpha val="50000"/>
                <a:hueOff val="-22"/>
                <a:satOff val="2717"/>
                <a:lumOff val="3103"/>
                <a:alphaOff val="-18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2352" tIns="22860" rIns="52352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 smtClean="0">
              <a:latin typeface="Aharoni" pitchFamily="2" charset="-79"/>
              <a:cs typeface="Aharoni" pitchFamily="2" charset="-79"/>
            </a:rPr>
            <a:t>High</a:t>
          </a:r>
        </a:p>
      </dsp:txBody>
      <dsp:txXfrm>
        <a:off x="4464425" y="166"/>
        <a:ext cx="951279" cy="951279"/>
      </dsp:txXfrm>
    </dsp:sp>
    <dsp:sp modelId="{240EC7BB-ECDD-4757-BD09-8A2EDCB9077A}">
      <dsp:nvSpPr>
        <dsp:cNvPr id="0" name=""/>
        <dsp:cNvSpPr/>
      </dsp:nvSpPr>
      <dsp:spPr>
        <a:xfrm>
          <a:off x="5688138" y="166"/>
          <a:ext cx="951279" cy="951279"/>
        </a:xfrm>
        <a:prstGeom prst="ellipse">
          <a:avLst/>
        </a:prstGeom>
        <a:gradFill rotWithShape="0">
          <a:gsLst>
            <a:gs pos="0">
              <a:schemeClr val="accent2">
                <a:shade val="80000"/>
                <a:alpha val="50000"/>
                <a:hueOff val="-30"/>
                <a:satOff val="3623"/>
                <a:lumOff val="4137"/>
                <a:alphaOff val="-24000"/>
                <a:tint val="50000"/>
                <a:satMod val="300000"/>
              </a:schemeClr>
            </a:gs>
            <a:gs pos="35000">
              <a:schemeClr val="accent2">
                <a:shade val="80000"/>
                <a:alpha val="50000"/>
                <a:hueOff val="-30"/>
                <a:satOff val="3623"/>
                <a:lumOff val="4137"/>
                <a:alphaOff val="-24000"/>
                <a:tint val="37000"/>
                <a:satMod val="300000"/>
              </a:schemeClr>
            </a:gs>
            <a:gs pos="100000">
              <a:schemeClr val="accent2">
                <a:shade val="80000"/>
                <a:alpha val="50000"/>
                <a:hueOff val="-30"/>
                <a:satOff val="3623"/>
                <a:lumOff val="4137"/>
                <a:alphaOff val="-24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2352" tIns="22860" rIns="52352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 smtClean="0">
              <a:latin typeface="Aharoni" pitchFamily="2" charset="-79"/>
              <a:cs typeface="Aharoni" pitchFamily="2" charset="-79"/>
            </a:rPr>
            <a:t>Very High</a:t>
          </a:r>
        </a:p>
      </dsp:txBody>
      <dsp:txXfrm>
        <a:off x="5688138" y="166"/>
        <a:ext cx="951279" cy="951279"/>
      </dsp:txXfrm>
    </dsp:sp>
    <dsp:sp modelId="{529E403B-FBC2-4D22-A199-722CD99A13D1}">
      <dsp:nvSpPr>
        <dsp:cNvPr id="0" name=""/>
        <dsp:cNvSpPr/>
      </dsp:nvSpPr>
      <dsp:spPr>
        <a:xfrm>
          <a:off x="6911855" y="166"/>
          <a:ext cx="1126248" cy="951279"/>
        </a:xfrm>
        <a:prstGeom prst="ellipse">
          <a:avLst/>
        </a:prstGeom>
        <a:gradFill rotWithShape="0">
          <a:gsLst>
            <a:gs pos="0">
              <a:schemeClr val="accent2">
                <a:shade val="80000"/>
                <a:alpha val="50000"/>
                <a:hueOff val="-37"/>
                <a:satOff val="4529"/>
                <a:lumOff val="5171"/>
                <a:alphaOff val="-30000"/>
                <a:tint val="50000"/>
                <a:satMod val="300000"/>
              </a:schemeClr>
            </a:gs>
            <a:gs pos="35000">
              <a:schemeClr val="accent2">
                <a:shade val="80000"/>
                <a:alpha val="50000"/>
                <a:hueOff val="-37"/>
                <a:satOff val="4529"/>
                <a:lumOff val="5171"/>
                <a:alphaOff val="-30000"/>
                <a:tint val="37000"/>
                <a:satMod val="300000"/>
              </a:schemeClr>
            </a:gs>
            <a:gs pos="100000">
              <a:schemeClr val="accent2">
                <a:shade val="80000"/>
                <a:alpha val="50000"/>
                <a:hueOff val="-37"/>
                <a:satOff val="4529"/>
                <a:lumOff val="5171"/>
                <a:alphaOff val="-30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2352" tIns="22860" rIns="52352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 smtClean="0">
              <a:latin typeface="Aharoni" pitchFamily="2" charset="-79"/>
              <a:cs typeface="Aharoni" pitchFamily="2" charset="-79"/>
            </a:rPr>
            <a:t>Extra High</a:t>
          </a:r>
        </a:p>
      </dsp:txBody>
      <dsp:txXfrm>
        <a:off x="6911855" y="166"/>
        <a:ext cx="1126248" cy="951279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E1CB78E-0B88-45B5-BDE7-1B79EAD0D185}">
      <dsp:nvSpPr>
        <dsp:cNvPr id="0" name=""/>
        <dsp:cNvSpPr/>
      </dsp:nvSpPr>
      <dsp:spPr>
        <a:xfrm rot="5400000">
          <a:off x="5472967" y="-2337084"/>
          <a:ext cx="1051640" cy="586571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600" kern="1200" dirty="0" smtClean="0"/>
            <a:t>Required Software Reliability (RELY)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600" kern="1200" dirty="0" smtClean="0"/>
            <a:t>Database Size (DATA)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600" kern="1200" dirty="0" smtClean="0"/>
            <a:t>Product Complexity (CPLX)</a:t>
          </a:r>
          <a:endParaRPr lang="en-IN" sz="1600" kern="1200" dirty="0"/>
        </a:p>
      </dsp:txBody>
      <dsp:txXfrm rot="5400000">
        <a:off x="5472967" y="-2337084"/>
        <a:ext cx="1051640" cy="5865716"/>
      </dsp:txXfrm>
    </dsp:sp>
    <dsp:sp modelId="{CE8F5E1C-6DB3-43DE-9AEC-08A4A931AB6A}">
      <dsp:nvSpPr>
        <dsp:cNvPr id="0" name=""/>
        <dsp:cNvSpPr/>
      </dsp:nvSpPr>
      <dsp:spPr>
        <a:xfrm>
          <a:off x="218398" y="30231"/>
          <a:ext cx="2847537" cy="11310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kern="1200" dirty="0" smtClean="0"/>
            <a:t>Product Attributes</a:t>
          </a:r>
          <a:endParaRPr lang="en-IN" sz="3300" kern="1200" dirty="0"/>
        </a:p>
      </dsp:txBody>
      <dsp:txXfrm>
        <a:off x="218398" y="30231"/>
        <a:ext cx="2847537" cy="1131078"/>
      </dsp:txXfrm>
    </dsp:sp>
    <dsp:sp modelId="{B13930A7-A7D2-4E95-9BCA-6B0279277DED}">
      <dsp:nvSpPr>
        <dsp:cNvPr id="0" name=""/>
        <dsp:cNvSpPr/>
      </dsp:nvSpPr>
      <dsp:spPr>
        <a:xfrm rot="5400000">
          <a:off x="5530114" y="-1066126"/>
          <a:ext cx="1051640" cy="586571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600" kern="1200" dirty="0" smtClean="0"/>
            <a:t>Execution Time Constraint (TIME)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600" kern="1200" dirty="0" smtClean="0"/>
            <a:t>Main Storage constraint (STOR)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600" kern="1200" dirty="0" smtClean="0"/>
            <a:t>Virtual Machine volatility (VIRT)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600" kern="1200" dirty="0" smtClean="0"/>
            <a:t>Computer turnaround time (TURN)</a:t>
          </a:r>
        </a:p>
      </dsp:txBody>
      <dsp:txXfrm rot="5400000">
        <a:off x="5530114" y="-1066126"/>
        <a:ext cx="1051640" cy="5865716"/>
      </dsp:txXfrm>
    </dsp:sp>
    <dsp:sp modelId="{57F7546F-0735-4859-A86A-9627CE4C8737}">
      <dsp:nvSpPr>
        <dsp:cNvPr id="0" name=""/>
        <dsp:cNvSpPr/>
      </dsp:nvSpPr>
      <dsp:spPr>
        <a:xfrm>
          <a:off x="168833" y="1197604"/>
          <a:ext cx="2961798" cy="1314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kern="1200" dirty="0" smtClean="0"/>
            <a:t>Computer Attributes</a:t>
          </a:r>
          <a:endParaRPr lang="en-IN" sz="3300" kern="1200" dirty="0"/>
        </a:p>
      </dsp:txBody>
      <dsp:txXfrm>
        <a:off x="168833" y="1197604"/>
        <a:ext cx="2961798" cy="1314550"/>
      </dsp:txXfrm>
    </dsp:sp>
    <dsp:sp modelId="{6385F139-9000-428D-AF6C-7C2DB347D229}">
      <dsp:nvSpPr>
        <dsp:cNvPr id="0" name=""/>
        <dsp:cNvSpPr/>
      </dsp:nvSpPr>
      <dsp:spPr>
        <a:xfrm rot="5400000">
          <a:off x="5418645" y="368708"/>
          <a:ext cx="1268814" cy="585998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600" kern="1200" dirty="0" smtClean="0"/>
            <a:t>Analyst Capability (ACAP)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600" kern="1200" dirty="0" smtClean="0"/>
            <a:t>Application Experience (AEXP)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600" kern="1200" dirty="0" smtClean="0"/>
            <a:t>Programmer Capability (PCAP)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600" kern="1200" dirty="0" smtClean="0"/>
            <a:t>Virtual Machine Experience (VEXP)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600" kern="1200" dirty="0" smtClean="0"/>
            <a:t>Programming language Experience (LEXP)</a:t>
          </a:r>
        </a:p>
      </dsp:txBody>
      <dsp:txXfrm rot="5400000">
        <a:off x="5418645" y="368708"/>
        <a:ext cx="1268814" cy="5859988"/>
      </dsp:txXfrm>
    </dsp:sp>
    <dsp:sp modelId="{279DDA6D-1D59-4ACA-AA69-5EE5B6BD06E0}">
      <dsp:nvSpPr>
        <dsp:cNvPr id="0" name=""/>
        <dsp:cNvSpPr/>
      </dsp:nvSpPr>
      <dsp:spPr>
        <a:xfrm>
          <a:off x="168833" y="2577882"/>
          <a:ext cx="2943809" cy="14416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kern="1200" dirty="0" smtClean="0"/>
            <a:t>Personnel Attributes</a:t>
          </a:r>
          <a:endParaRPr lang="en-IN" sz="3300" kern="1200" dirty="0"/>
        </a:p>
      </dsp:txBody>
      <dsp:txXfrm>
        <a:off x="168833" y="2577882"/>
        <a:ext cx="2943809" cy="1441641"/>
      </dsp:txXfrm>
    </dsp:sp>
    <dsp:sp modelId="{464DF130-7ACD-4C24-BBDB-612C3943A33A}">
      <dsp:nvSpPr>
        <dsp:cNvPr id="0" name=""/>
        <dsp:cNvSpPr/>
      </dsp:nvSpPr>
      <dsp:spPr>
        <a:xfrm rot="5400000">
          <a:off x="5472967" y="1839103"/>
          <a:ext cx="1051640" cy="586571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600" kern="1200" dirty="0" smtClean="0"/>
            <a:t>Modern programming practices (MODP)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600" kern="1200" dirty="0" smtClean="0"/>
            <a:t>Use of Software tools (TOOL)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600" kern="1200" dirty="0" smtClean="0"/>
            <a:t>Required development schedule (SCED)</a:t>
          </a:r>
        </a:p>
      </dsp:txBody>
      <dsp:txXfrm rot="5400000">
        <a:off x="5472967" y="1839103"/>
        <a:ext cx="1051640" cy="5865716"/>
      </dsp:txXfrm>
    </dsp:sp>
    <dsp:sp modelId="{2C87CC42-D3BF-4C00-AE99-6991F56FC454}">
      <dsp:nvSpPr>
        <dsp:cNvPr id="0" name=""/>
        <dsp:cNvSpPr/>
      </dsp:nvSpPr>
      <dsp:spPr>
        <a:xfrm>
          <a:off x="218398" y="4086049"/>
          <a:ext cx="2847537" cy="1314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kern="1200" dirty="0" smtClean="0"/>
            <a:t>Project Attributes</a:t>
          </a:r>
          <a:endParaRPr lang="en-IN" sz="3300" kern="1200" dirty="0"/>
        </a:p>
      </dsp:txBody>
      <dsp:txXfrm>
        <a:off x="218398" y="4086049"/>
        <a:ext cx="2847537" cy="13145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body" idx="1"/>
          </p:nvPr>
        </p:nvSpPr>
        <p:spPr>
          <a:xfrm>
            <a:off x="800100" y="46355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2"/>
          </p:nvPr>
        </p:nvSpPr>
        <p:spPr>
          <a:xfrm>
            <a:off x="847725" y="850900"/>
            <a:ext cx="4933950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800100" y="46355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03338" y="830263"/>
            <a:ext cx="3997325" cy="2768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105475" name="Rectangle 3"/>
          <p:cNvSpPr>
            <a:spLocks noGrp="1"/>
          </p:cNvSpPr>
          <p:nvPr>
            <p:ph type="body" idx="1"/>
          </p:nvPr>
        </p:nvSpPr>
        <p:spPr bwMode="auto">
          <a:xfrm>
            <a:off x="662940" y="4632960"/>
            <a:ext cx="5303520" cy="438912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smtClean="0"/>
          </a:p>
        </p:txBody>
      </p:sp>
      <p:sp>
        <p:nvSpPr>
          <p:cNvPr id="105476" name="Rectangle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55126" y="9264227"/>
            <a:ext cx="2872740" cy="48768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F755F02C-5DC3-430B-A842-57C4004C1446}" type="slidenum">
              <a:rPr lang="en-US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106499" name="Rectangle 3"/>
          <p:cNvSpPr>
            <a:spLocks noGrp="1"/>
          </p:cNvSpPr>
          <p:nvPr>
            <p:ph type="body" idx="1"/>
          </p:nvPr>
        </p:nvSpPr>
        <p:spPr bwMode="auto">
          <a:xfrm>
            <a:off x="662940" y="4632960"/>
            <a:ext cx="5303520" cy="438912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smtClean="0"/>
          </a:p>
        </p:txBody>
      </p:sp>
      <p:sp>
        <p:nvSpPr>
          <p:cNvPr id="106500" name="Rectangle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55126" y="9264227"/>
            <a:ext cx="2872740" cy="48768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6FBEB982-194E-40AB-8183-293260B53246}" type="slidenum">
              <a:rPr lang="en-US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107523" name="Rectangle 3"/>
          <p:cNvSpPr>
            <a:spLocks noGrp="1"/>
          </p:cNvSpPr>
          <p:nvPr>
            <p:ph type="body" idx="1"/>
          </p:nvPr>
        </p:nvSpPr>
        <p:spPr bwMode="auto">
          <a:xfrm>
            <a:off x="662940" y="4632960"/>
            <a:ext cx="5303520" cy="438912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smtClean="0"/>
          </a:p>
        </p:txBody>
      </p:sp>
      <p:sp>
        <p:nvSpPr>
          <p:cNvPr id="107524" name="Rectangle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55126" y="9264227"/>
            <a:ext cx="2872740" cy="48768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CB5AC157-4A1C-4E00-B58C-2D254E15ED7F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108547" name="Rectangle 3"/>
          <p:cNvSpPr>
            <a:spLocks noGrp="1"/>
          </p:cNvSpPr>
          <p:nvPr>
            <p:ph type="body" idx="1"/>
          </p:nvPr>
        </p:nvSpPr>
        <p:spPr bwMode="auto">
          <a:xfrm>
            <a:off x="662940" y="4632960"/>
            <a:ext cx="5303520" cy="438912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smtClean="0"/>
          </a:p>
        </p:txBody>
      </p:sp>
      <p:sp>
        <p:nvSpPr>
          <p:cNvPr id="108548" name="Rectangle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55126" y="9264227"/>
            <a:ext cx="2872740" cy="48768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CFBB09B1-3B6E-4773-BE75-6013B732B582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109571" name="Rectangle 3"/>
          <p:cNvSpPr>
            <a:spLocks noGrp="1"/>
          </p:cNvSpPr>
          <p:nvPr>
            <p:ph type="body" idx="1"/>
          </p:nvPr>
        </p:nvSpPr>
        <p:spPr bwMode="auto">
          <a:xfrm>
            <a:off x="662940" y="4632960"/>
            <a:ext cx="5303520" cy="438912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smtClean="0"/>
          </a:p>
        </p:txBody>
      </p:sp>
      <p:sp>
        <p:nvSpPr>
          <p:cNvPr id="109572" name="Rectangle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55126" y="9264227"/>
            <a:ext cx="2872740" cy="48768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BE89040E-BD74-46D1-8941-26C5551F0545}" type="slidenum">
              <a:rPr lang="en-US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110595" name="Rectangle 3"/>
          <p:cNvSpPr>
            <a:spLocks noGrp="1"/>
          </p:cNvSpPr>
          <p:nvPr>
            <p:ph type="body" idx="1"/>
          </p:nvPr>
        </p:nvSpPr>
        <p:spPr bwMode="auto">
          <a:xfrm>
            <a:off x="662940" y="4632960"/>
            <a:ext cx="5303520" cy="438912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smtClean="0"/>
          </a:p>
        </p:txBody>
      </p:sp>
      <p:sp>
        <p:nvSpPr>
          <p:cNvPr id="110596" name="Rectangle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55126" y="9264227"/>
            <a:ext cx="2872740" cy="48768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62370B68-B197-4AB3-99F2-73CB476B4E3B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111619" name="Rectangle 3"/>
          <p:cNvSpPr>
            <a:spLocks noGrp="1"/>
          </p:cNvSpPr>
          <p:nvPr>
            <p:ph type="body" idx="1"/>
          </p:nvPr>
        </p:nvSpPr>
        <p:spPr bwMode="auto">
          <a:xfrm>
            <a:off x="662940" y="4632960"/>
            <a:ext cx="5303520" cy="438912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smtClean="0"/>
          </a:p>
        </p:txBody>
      </p:sp>
      <p:sp>
        <p:nvSpPr>
          <p:cNvPr id="111620" name="Rectangle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55126" y="9264227"/>
            <a:ext cx="2872740" cy="48768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E414AD7C-FD47-4DFE-99F3-19BE7BEC3A21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112643" name="Rectangle 3"/>
          <p:cNvSpPr>
            <a:spLocks noGrp="1"/>
          </p:cNvSpPr>
          <p:nvPr>
            <p:ph type="body" idx="1"/>
          </p:nvPr>
        </p:nvSpPr>
        <p:spPr bwMode="auto">
          <a:xfrm>
            <a:off x="662940" y="4632960"/>
            <a:ext cx="5303520" cy="438912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smtClean="0"/>
          </a:p>
        </p:txBody>
      </p:sp>
      <p:sp>
        <p:nvSpPr>
          <p:cNvPr id="112644" name="Rectangle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55126" y="9264227"/>
            <a:ext cx="2872740" cy="48768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444B0401-1C6B-4533-BC1B-E993335C3501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113667" name="Rectangle 3"/>
          <p:cNvSpPr>
            <a:spLocks noGrp="1"/>
          </p:cNvSpPr>
          <p:nvPr>
            <p:ph type="body" idx="1"/>
          </p:nvPr>
        </p:nvSpPr>
        <p:spPr bwMode="auto">
          <a:xfrm>
            <a:off x="662940" y="4632960"/>
            <a:ext cx="5303520" cy="438912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smtClean="0"/>
          </a:p>
        </p:txBody>
      </p:sp>
      <p:sp>
        <p:nvSpPr>
          <p:cNvPr id="113668" name="Rectangle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55126" y="9264227"/>
            <a:ext cx="2872740" cy="48768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1AA57A5B-D9BD-49B5-80DB-12D0C0C88D8A}" type="slidenum">
              <a:rPr lang="en-US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114691" name="Rectangle 3"/>
          <p:cNvSpPr>
            <a:spLocks noGrp="1"/>
          </p:cNvSpPr>
          <p:nvPr>
            <p:ph type="body" idx="1"/>
          </p:nvPr>
        </p:nvSpPr>
        <p:spPr bwMode="auto">
          <a:xfrm>
            <a:off x="662940" y="4632960"/>
            <a:ext cx="5303520" cy="438912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smtClean="0"/>
          </a:p>
        </p:txBody>
      </p:sp>
      <p:sp>
        <p:nvSpPr>
          <p:cNvPr id="114692" name="Rectangle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55126" y="9264227"/>
            <a:ext cx="2872740" cy="48768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958885CD-2EB0-46EF-B47E-F579F531B0DD}" type="slidenum">
              <a:rPr lang="en-US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95300" y="2746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95300" y="2746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 rot="5400000">
            <a:off x="2690019" y="-594519"/>
            <a:ext cx="4525962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>
            <a:spLocks noGrp="1"/>
          </p:cNvSpPr>
          <p:nvPr>
            <p:ph type="pic" idx="2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3872972" y="273055"/>
            <a:ext cx="5537729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95300" y="1435103"/>
            <a:ext cx="3259006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495300" y="2746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3"/>
          </p:nvPr>
        </p:nvSpPr>
        <p:spPr>
          <a:xfrm>
            <a:off x="5032113" y="1535113"/>
            <a:ext cx="437859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4"/>
          </p:nvPr>
        </p:nvSpPr>
        <p:spPr>
          <a:xfrm>
            <a:off x="5032113" y="2174875"/>
            <a:ext cx="437859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782506" y="4406905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ctrTitle"/>
          </p:nvPr>
        </p:nvSpPr>
        <p:spPr>
          <a:xfrm>
            <a:off x="742950" y="2130430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95300" y="2746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5" r:id="rId5"/>
    <p:sldLayoutId id="2147483657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3"/>
          <p:cNvCxnSpPr/>
          <p:nvPr/>
        </p:nvCxnSpPr>
        <p:spPr>
          <a:xfrm>
            <a:off x="0" y="4038600"/>
            <a:ext cx="9906000" cy="0"/>
          </a:xfrm>
          <a:prstGeom prst="straightConnector1">
            <a:avLst/>
          </a:prstGeom>
          <a:noFill/>
          <a:ln w="508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5" name="Google Shape;85;p13"/>
          <p:cNvSpPr txBox="1">
            <a:spLocks noGrp="1"/>
          </p:cNvSpPr>
          <p:nvPr>
            <p:ph type="body" idx="1"/>
          </p:nvPr>
        </p:nvSpPr>
        <p:spPr>
          <a:xfrm>
            <a:off x="725487" y="1981200"/>
            <a:ext cx="84550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Estimation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4"/>
          <p:cNvSpPr txBox="1">
            <a:spLocks noChangeArrowheads="1"/>
          </p:cNvSpPr>
          <p:nvPr/>
        </p:nvSpPr>
        <p:spPr bwMode="auto">
          <a:xfrm>
            <a:off x="990600" y="1066801"/>
            <a:ext cx="81724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800"/>
          </a:p>
        </p:txBody>
      </p:sp>
      <p:sp>
        <p:nvSpPr>
          <p:cNvPr id="49155" name="Rectangle 6"/>
          <p:cNvSpPr>
            <a:spLocks noGrp="1"/>
          </p:cNvSpPr>
          <p:nvPr>
            <p:ph type="title"/>
          </p:nvPr>
        </p:nvSpPr>
        <p:spPr>
          <a:xfrm>
            <a:off x="1129904" y="188913"/>
            <a:ext cx="8124296" cy="863600"/>
          </a:xfrm>
        </p:spPr>
        <p:txBody>
          <a:bodyPr/>
          <a:lstStyle/>
          <a:p>
            <a:r>
              <a:rPr lang="en-US" smtClean="0">
                <a:latin typeface="Elephant" pitchFamily="18" charset="0"/>
              </a:rPr>
              <a:t>Intermediate COCOMO</a:t>
            </a:r>
          </a:p>
        </p:txBody>
      </p:sp>
      <p:sp>
        <p:nvSpPr>
          <p:cNvPr id="17" name="Rectangle 8"/>
          <p:cNvSpPr>
            <a:spLocks noGrp="1"/>
          </p:cNvSpPr>
          <p:nvPr>
            <p:ph idx="1"/>
          </p:nvPr>
        </p:nvSpPr>
        <p:spPr>
          <a:xfrm>
            <a:off x="330200" y="1524000"/>
            <a:ext cx="9328150" cy="3962400"/>
          </a:xfrm>
        </p:spPr>
        <p:txBody>
          <a:bodyPr>
            <a:normAutofit/>
          </a:bodyPr>
          <a:lstStyle>
            <a:extLst/>
          </a:lstStyle>
          <a:p>
            <a:pPr algn="just">
              <a:defRPr/>
            </a:pPr>
            <a:r>
              <a:rPr lang="en-US" sz="2200" dirty="0" smtClean="0"/>
              <a:t>Extension of Basic COCOMO</a:t>
            </a:r>
          </a:p>
          <a:p>
            <a:pPr algn="just">
              <a:defRPr/>
            </a:pPr>
            <a:r>
              <a:rPr lang="en-US" sz="2200" dirty="0" smtClean="0"/>
              <a:t>Why Use ?</a:t>
            </a:r>
          </a:p>
          <a:p>
            <a:pPr algn="just">
              <a:buFont typeface="Monotype Sorts" pitchFamily="2" charset="2"/>
              <a:buNone/>
              <a:defRPr/>
            </a:pPr>
            <a:r>
              <a:rPr lang="en-US" sz="2200" dirty="0" smtClean="0"/>
              <a:t>		Basic model lacks accuracy</a:t>
            </a:r>
          </a:p>
          <a:p>
            <a:pPr algn="just">
              <a:defRPr/>
            </a:pPr>
            <a:r>
              <a:rPr lang="en-US" sz="2200" dirty="0" smtClean="0"/>
              <a:t>Computes software development effort as a function of  program size and set of 15 Cost Drivers</a:t>
            </a:r>
          </a:p>
          <a:p>
            <a:pPr algn="just">
              <a:defRPr/>
            </a:pPr>
            <a:r>
              <a:rPr lang="en-US" sz="2200" dirty="0" smtClean="0"/>
              <a:t>Cost Driver:  A multiplicative factor that determines the effort required to complete the software project.</a:t>
            </a:r>
          </a:p>
          <a:p>
            <a:pPr algn="just">
              <a:defRPr/>
            </a:pPr>
            <a:r>
              <a:rPr lang="en-US" sz="2200" dirty="0" smtClean="0"/>
              <a:t>Why Cost Drivers?</a:t>
            </a:r>
          </a:p>
          <a:p>
            <a:pPr algn="just">
              <a:buFont typeface="Monotype Sorts" pitchFamily="2" charset="2"/>
              <a:buNone/>
              <a:defRPr/>
            </a:pPr>
            <a:r>
              <a:rPr lang="en-US" sz="2200" dirty="0" smtClean="0"/>
              <a:t>		Adjust the nominal cost of a project to the actual project Environment.</a:t>
            </a:r>
          </a:p>
          <a:p>
            <a:pPr algn="just">
              <a:defRPr/>
            </a:pPr>
            <a:r>
              <a:rPr lang="en-US" sz="2200" dirty="0" smtClean="0"/>
              <a:t>For each Characteristics, Estimator decides the scale factor</a:t>
            </a:r>
          </a:p>
          <a:p>
            <a:pPr algn="just">
              <a:buFont typeface="Monotype Sorts" pitchFamily="2" charset="2"/>
              <a:buNone/>
              <a:defRPr/>
            </a:pPr>
            <a:endParaRPr lang="en-US" sz="2400" dirty="0" smtClean="0"/>
          </a:p>
          <a:p>
            <a:pPr algn="just">
              <a:buFont typeface="Monotype Sorts" pitchFamily="2" charset="2"/>
              <a:buNone/>
              <a:defRPr/>
            </a:pPr>
            <a:endParaRPr lang="en-US" sz="2400" dirty="0" smtClean="0"/>
          </a:p>
          <a:p>
            <a:pPr algn="just">
              <a:buFont typeface="Monotype Sorts" pitchFamily="2" charset="2"/>
              <a:buNone/>
              <a:defRPr/>
            </a:pPr>
            <a:endParaRPr lang="en-US" sz="2400" dirty="0" smtClean="0"/>
          </a:p>
          <a:p>
            <a:pPr algn="just">
              <a:buFont typeface="Monotype Sorts" pitchFamily="2" charset="2"/>
              <a:buNone/>
              <a:defRPr/>
            </a:pPr>
            <a:endParaRPr lang="en-US" sz="2400" dirty="0" smtClean="0"/>
          </a:p>
        </p:txBody>
      </p:sp>
      <p:graphicFrame>
        <p:nvGraphicFramePr>
          <p:cNvPr id="7" name="Diagram 6"/>
          <p:cNvGraphicFramePr/>
          <p:nvPr/>
        </p:nvGraphicFramePr>
        <p:xfrm>
          <a:off x="577850" y="5562600"/>
          <a:ext cx="8697416" cy="951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91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CE89542-DF27-4619-9D14-81BB48426435}" type="slidenum">
              <a:rPr lang="en-US" smtClean="0"/>
              <a:pPr/>
              <a:t>2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4"/>
          <p:cNvSpPr txBox="1">
            <a:spLocks noChangeArrowheads="1"/>
          </p:cNvSpPr>
          <p:nvPr/>
        </p:nvSpPr>
        <p:spPr bwMode="auto">
          <a:xfrm>
            <a:off x="990600" y="1066801"/>
            <a:ext cx="81724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800"/>
          </a:p>
        </p:txBody>
      </p:sp>
      <p:sp>
        <p:nvSpPr>
          <p:cNvPr id="50179" name="Rectangle 6"/>
          <p:cNvSpPr>
            <a:spLocks noGrp="1"/>
          </p:cNvSpPr>
          <p:nvPr>
            <p:ph type="title"/>
          </p:nvPr>
        </p:nvSpPr>
        <p:spPr>
          <a:xfrm>
            <a:off x="412750" y="152400"/>
            <a:ext cx="8122577" cy="609600"/>
          </a:xfrm>
        </p:spPr>
        <p:txBody>
          <a:bodyPr/>
          <a:lstStyle/>
          <a:p>
            <a:r>
              <a:rPr lang="en-US" sz="2400" smtClean="0">
                <a:latin typeface="Elephant" pitchFamily="18" charset="0"/>
              </a:rPr>
              <a:t>Cost Drivers</a:t>
            </a:r>
          </a:p>
        </p:txBody>
      </p:sp>
      <p:graphicFrame>
        <p:nvGraphicFramePr>
          <p:cNvPr id="14" name="Content Placeholder 13"/>
          <p:cNvGraphicFramePr>
            <a:graphicFrameLocks noGrp="1"/>
          </p:cNvGraphicFramePr>
          <p:nvPr>
            <p:ph idx="1"/>
          </p:nvPr>
        </p:nvGraphicFramePr>
        <p:xfrm>
          <a:off x="513806" y="917429"/>
          <a:ext cx="9165182" cy="54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018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2D67A6A-D425-495A-BE76-B6074C4585F4}" type="slidenum">
              <a:rPr lang="en-US" smtClean="0"/>
              <a:pPr/>
              <a:t>3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4"/>
          <p:cNvSpPr txBox="1">
            <a:spLocks noChangeArrowheads="1"/>
          </p:cNvSpPr>
          <p:nvPr/>
        </p:nvSpPr>
        <p:spPr bwMode="auto">
          <a:xfrm>
            <a:off x="990600" y="1066801"/>
            <a:ext cx="81724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800"/>
          </a:p>
        </p:txBody>
      </p:sp>
      <p:sp>
        <p:nvSpPr>
          <p:cNvPr id="51203" name="Rectangle 6"/>
          <p:cNvSpPr>
            <a:spLocks noGrp="1"/>
          </p:cNvSpPr>
          <p:nvPr>
            <p:ph type="title"/>
          </p:nvPr>
        </p:nvSpPr>
        <p:spPr>
          <a:xfrm>
            <a:off x="1129904" y="188913"/>
            <a:ext cx="8124296" cy="863600"/>
          </a:xfrm>
        </p:spPr>
        <p:txBody>
          <a:bodyPr/>
          <a:lstStyle/>
          <a:p>
            <a:r>
              <a:rPr lang="en-US" smtClean="0">
                <a:latin typeface="Elephant" pitchFamily="18" charset="0"/>
              </a:rPr>
              <a:t>The Calculation</a:t>
            </a:r>
          </a:p>
        </p:txBody>
      </p:sp>
      <p:sp>
        <p:nvSpPr>
          <p:cNvPr id="51204" name="Content Placeholder 7"/>
          <p:cNvSpPr>
            <a:spLocks noGrp="1"/>
          </p:cNvSpPr>
          <p:nvPr>
            <p:ph idx="1"/>
          </p:nvPr>
        </p:nvSpPr>
        <p:spPr>
          <a:xfrm>
            <a:off x="1073151" y="1524001"/>
            <a:ext cx="8581760" cy="2392363"/>
          </a:xfrm>
        </p:spPr>
        <p:txBody>
          <a:bodyPr/>
          <a:lstStyle/>
          <a:p>
            <a:r>
              <a:rPr lang="en-IN" sz="2200" dirty="0" smtClean="0"/>
              <a:t>Multiply all 15 Cost Drivers to get </a:t>
            </a:r>
            <a:r>
              <a:rPr lang="en-IN" sz="2200" b="1" dirty="0" smtClean="0"/>
              <a:t>Effort Adjustment Factor</a:t>
            </a:r>
            <a:r>
              <a:rPr lang="en-IN" sz="1600" b="1" dirty="0" smtClean="0"/>
              <a:t>(EAF)</a:t>
            </a:r>
          </a:p>
          <a:p>
            <a:r>
              <a:rPr lang="en-IN" sz="2200" b="1" dirty="0" smtClean="0"/>
              <a:t>E(Effort) = a1*(KLOC)</a:t>
            </a:r>
            <a:r>
              <a:rPr lang="en-IN" sz="2200" b="1" baseline="30000" dirty="0" smtClean="0"/>
              <a:t>a2</a:t>
            </a:r>
            <a:r>
              <a:rPr lang="en-IN" sz="2200" b="1" baseline="-6000" dirty="0" smtClean="0"/>
              <a:t> </a:t>
            </a:r>
            <a:r>
              <a:rPr lang="en-IN" sz="2200" b="1" dirty="0" smtClean="0"/>
              <a:t>* EAF</a:t>
            </a:r>
            <a:r>
              <a:rPr lang="en-IN" sz="1600" dirty="0" smtClean="0"/>
              <a:t>(in Person-Month)</a:t>
            </a:r>
          </a:p>
          <a:p>
            <a:r>
              <a:rPr lang="en-IN" sz="2200" b="1" dirty="0" smtClean="0"/>
              <a:t>D(Development Time) = b1*(E)</a:t>
            </a:r>
            <a:r>
              <a:rPr lang="en-IN" sz="2200" b="1" baseline="30000" dirty="0" smtClean="0"/>
              <a:t>b2</a:t>
            </a:r>
            <a:r>
              <a:rPr lang="en-IN" sz="2200" b="1" baseline="-6000" dirty="0" smtClean="0"/>
              <a:t> </a:t>
            </a:r>
            <a:r>
              <a:rPr lang="en-IN" sz="1600" dirty="0" smtClean="0"/>
              <a:t>(in month)</a:t>
            </a:r>
          </a:p>
          <a:p>
            <a:r>
              <a:rPr lang="en-IN" sz="2200" b="1" dirty="0" smtClean="0"/>
              <a:t>SS (</a:t>
            </a:r>
            <a:r>
              <a:rPr lang="en-IN" sz="2200" b="1" dirty="0" err="1" smtClean="0"/>
              <a:t>Avg</a:t>
            </a:r>
            <a:r>
              <a:rPr lang="en-IN" sz="2200" b="1" dirty="0" smtClean="0"/>
              <a:t> Staff Size) = E/D </a:t>
            </a:r>
            <a:r>
              <a:rPr lang="en-IN" sz="1600" dirty="0" smtClean="0"/>
              <a:t>(in persons)</a:t>
            </a:r>
          </a:p>
          <a:p>
            <a:r>
              <a:rPr lang="en-IN" sz="2200" b="1" dirty="0" smtClean="0"/>
              <a:t>P (Productivity) = KLOC/E </a:t>
            </a:r>
            <a:r>
              <a:rPr lang="en-IN" sz="1600" dirty="0" smtClean="0"/>
              <a:t>(in KLOC/Person-month)</a:t>
            </a:r>
          </a:p>
          <a:p>
            <a:pPr>
              <a:buFont typeface="Monotype Sorts" pitchFamily="2" charset="2"/>
              <a:buNone/>
            </a:pPr>
            <a:endParaRPr lang="en-IN" sz="2200" b="1" baseline="-6000" dirty="0" smtClean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155700" y="4114800"/>
          <a:ext cx="8034895" cy="1645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6100"/>
                <a:gridCol w="1397858"/>
                <a:gridCol w="1606979"/>
                <a:gridCol w="1606979"/>
                <a:gridCol w="1606979"/>
              </a:tblGrid>
              <a:tr h="39604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Project</a:t>
                      </a:r>
                      <a:endParaRPr lang="en-IN" sz="24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a1</a:t>
                      </a:r>
                      <a:endParaRPr lang="en-IN" sz="2400" baseline="-250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400" b="1" i="0" u="none" strike="noStrike" cap="none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a2</a:t>
                      </a:r>
                      <a:endParaRPr lang="en-IN" sz="24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/>
                        <a:t>b1</a:t>
                      </a:r>
                      <a:endParaRPr lang="en-IN" sz="2400" baseline="-250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/>
                        <a:t>b2</a:t>
                      </a:r>
                      <a:endParaRPr lang="en-IN" sz="2400" baseline="-25000" dirty="0"/>
                    </a:p>
                  </a:txBody>
                  <a:tcPr marL="99060" marR="99060"/>
                </a:tc>
              </a:tr>
              <a:tr h="39604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IN" dirty="0" smtClean="0"/>
                        <a:t>Organic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IN" dirty="0" smtClean="0"/>
                        <a:t>3.2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IN" dirty="0" smtClean="0"/>
                        <a:t>1.05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IN" dirty="0" smtClean="0"/>
                        <a:t>2.5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IN" dirty="0" smtClean="0"/>
                        <a:t>0.38</a:t>
                      </a:r>
                      <a:endParaRPr lang="en-IN" dirty="0"/>
                    </a:p>
                  </a:txBody>
                  <a:tcPr marL="99060" marR="99060"/>
                </a:tc>
              </a:tr>
              <a:tr h="39604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IN" dirty="0" smtClean="0"/>
                        <a:t>Semidetached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IN" dirty="0" smtClean="0"/>
                        <a:t>3.0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IN" dirty="0" smtClean="0"/>
                        <a:t>1.12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IN" dirty="0" smtClean="0"/>
                        <a:t>2.5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IN" dirty="0" smtClean="0"/>
                        <a:t>0.35</a:t>
                      </a:r>
                      <a:endParaRPr lang="en-IN" dirty="0"/>
                    </a:p>
                  </a:txBody>
                  <a:tcPr marL="99060" marR="99060"/>
                </a:tc>
              </a:tr>
              <a:tr h="39604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IN" dirty="0" smtClean="0"/>
                        <a:t>Embedded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IN" dirty="0" smtClean="0"/>
                        <a:t>2.8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IN" dirty="0" smtClean="0"/>
                        <a:t>1.20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IN" dirty="0" smtClean="0"/>
                        <a:t>2.5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IN" dirty="0" smtClean="0"/>
                        <a:t>0.32</a:t>
                      </a:r>
                      <a:endParaRPr lang="en-IN" dirty="0"/>
                    </a:p>
                  </a:txBody>
                  <a:tcPr marL="99060" marR="99060"/>
                </a:tc>
              </a:tr>
            </a:tbl>
          </a:graphicData>
        </a:graphic>
      </p:graphicFrame>
      <p:sp>
        <p:nvSpPr>
          <p:cNvPr id="512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E464194-974A-459F-9732-DA93CBEB1443}" type="slidenum">
              <a:rPr lang="en-US" smtClean="0"/>
              <a:pPr/>
              <a:t>4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2750" y="457200"/>
            <a:ext cx="8420100" cy="457200"/>
          </a:xfrm>
        </p:spPr>
        <p:txBody>
          <a:bodyPr/>
          <a:lstStyle/>
          <a:p>
            <a:r>
              <a:rPr lang="en-US" sz="2000" b="1" smtClean="0"/>
              <a:t>Effort Adjustment Factor </a:t>
            </a:r>
          </a:p>
        </p:txBody>
      </p:sp>
      <p:grpSp>
        <p:nvGrpSpPr>
          <p:cNvPr id="2" name="Group 342"/>
          <p:cNvGrpSpPr>
            <a:grpSpLocks/>
          </p:cNvGrpSpPr>
          <p:nvPr/>
        </p:nvGrpSpPr>
        <p:grpSpPr bwMode="auto">
          <a:xfrm>
            <a:off x="247650" y="1175657"/>
            <a:ext cx="9493250" cy="5148943"/>
            <a:chOff x="-2" y="-2"/>
            <a:chExt cx="4117" cy="6567"/>
          </a:xfrm>
        </p:grpSpPr>
        <p:grpSp>
          <p:nvGrpSpPr>
            <p:cNvPr id="3" name="Group 340"/>
            <p:cNvGrpSpPr>
              <a:grpSpLocks/>
            </p:cNvGrpSpPr>
            <p:nvPr/>
          </p:nvGrpSpPr>
          <p:grpSpPr bwMode="auto">
            <a:xfrm>
              <a:off x="0" y="0"/>
              <a:ext cx="4113" cy="6563"/>
              <a:chOff x="0" y="0"/>
              <a:chExt cx="4113" cy="6563"/>
            </a:xfrm>
          </p:grpSpPr>
          <p:grpSp>
            <p:nvGrpSpPr>
              <p:cNvPr id="4" name="Group 117"/>
              <p:cNvGrpSpPr>
                <a:grpSpLocks/>
              </p:cNvGrpSpPr>
              <p:nvPr/>
            </p:nvGrpSpPr>
            <p:grpSpPr bwMode="auto">
              <a:xfrm>
                <a:off x="0" y="0"/>
                <a:ext cx="1455" cy="518"/>
                <a:chOff x="0" y="0"/>
                <a:chExt cx="1455" cy="518"/>
              </a:xfrm>
            </p:grpSpPr>
            <p:sp>
              <p:nvSpPr>
                <p:cNvPr id="52565" name="Rectangle 4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1369" cy="5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r>
                    <a:rPr lang="en-US" sz="1200" b="1">
                      <a:latin typeface="Arial" pitchFamily="34" charset="0"/>
                      <a:cs typeface="Arial" pitchFamily="34" charset="0"/>
                    </a:rPr>
                    <a:t>Cost Driver</a:t>
                  </a:r>
                </a:p>
                <a:p>
                  <a:endParaRPr lang="en-US"/>
                </a:p>
              </p:txBody>
            </p:sp>
            <p:sp>
              <p:nvSpPr>
                <p:cNvPr id="52566" name="Rectangle 11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45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19"/>
              <p:cNvGrpSpPr>
                <a:grpSpLocks/>
              </p:cNvGrpSpPr>
              <p:nvPr/>
            </p:nvGrpSpPr>
            <p:grpSpPr bwMode="auto">
              <a:xfrm>
                <a:off x="1455" y="0"/>
                <a:ext cx="409" cy="518"/>
                <a:chOff x="1455" y="0"/>
                <a:chExt cx="409" cy="518"/>
              </a:xfrm>
            </p:grpSpPr>
            <p:sp>
              <p:nvSpPr>
                <p:cNvPr id="52563" name="Rectangle 5"/>
                <p:cNvSpPr>
                  <a:spLocks noChangeArrowheads="1"/>
                </p:cNvSpPr>
                <p:nvPr/>
              </p:nvSpPr>
              <p:spPr bwMode="auto">
                <a:xfrm>
                  <a:off x="1498" y="0"/>
                  <a:ext cx="323" cy="5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Very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Low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64" name="Rectangle 118"/>
                <p:cNvSpPr>
                  <a:spLocks noChangeArrowheads="1"/>
                </p:cNvSpPr>
                <p:nvPr/>
              </p:nvSpPr>
              <p:spPr bwMode="auto">
                <a:xfrm>
                  <a:off x="1455" y="0"/>
                  <a:ext cx="409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" name="Group 121"/>
              <p:cNvGrpSpPr>
                <a:grpSpLocks/>
              </p:cNvGrpSpPr>
              <p:nvPr/>
            </p:nvGrpSpPr>
            <p:grpSpPr bwMode="auto">
              <a:xfrm>
                <a:off x="1864" y="0"/>
                <a:ext cx="395" cy="518"/>
                <a:chOff x="1864" y="0"/>
                <a:chExt cx="395" cy="518"/>
              </a:xfrm>
            </p:grpSpPr>
            <p:sp>
              <p:nvSpPr>
                <p:cNvPr id="52561" name="Rectangle 6"/>
                <p:cNvSpPr>
                  <a:spLocks noChangeArrowheads="1"/>
                </p:cNvSpPr>
                <p:nvPr/>
              </p:nvSpPr>
              <p:spPr bwMode="auto">
                <a:xfrm>
                  <a:off x="1907" y="0"/>
                  <a:ext cx="309" cy="5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Low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62" name="Rectangle 120"/>
                <p:cNvSpPr>
                  <a:spLocks noChangeArrowheads="1"/>
                </p:cNvSpPr>
                <p:nvPr/>
              </p:nvSpPr>
              <p:spPr bwMode="auto">
                <a:xfrm>
                  <a:off x="1864" y="0"/>
                  <a:ext cx="39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" name="Group 123"/>
              <p:cNvGrpSpPr>
                <a:grpSpLocks/>
              </p:cNvGrpSpPr>
              <p:nvPr/>
            </p:nvGrpSpPr>
            <p:grpSpPr bwMode="auto">
              <a:xfrm>
                <a:off x="2259" y="0"/>
                <a:ext cx="581" cy="518"/>
                <a:chOff x="2259" y="0"/>
                <a:chExt cx="581" cy="518"/>
              </a:xfrm>
            </p:grpSpPr>
            <p:sp>
              <p:nvSpPr>
                <p:cNvPr id="52559" name="Rectangle 7"/>
                <p:cNvSpPr>
                  <a:spLocks noChangeArrowheads="1"/>
                </p:cNvSpPr>
                <p:nvPr/>
              </p:nvSpPr>
              <p:spPr bwMode="auto">
                <a:xfrm>
                  <a:off x="2302" y="0"/>
                  <a:ext cx="495" cy="5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Nominal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60" name="Rectangle 122"/>
                <p:cNvSpPr>
                  <a:spLocks noChangeArrowheads="1"/>
                </p:cNvSpPr>
                <p:nvPr/>
              </p:nvSpPr>
              <p:spPr bwMode="auto">
                <a:xfrm>
                  <a:off x="2259" y="0"/>
                  <a:ext cx="581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" name="Group 125"/>
              <p:cNvGrpSpPr>
                <a:grpSpLocks/>
              </p:cNvGrpSpPr>
              <p:nvPr/>
            </p:nvGrpSpPr>
            <p:grpSpPr bwMode="auto">
              <a:xfrm>
                <a:off x="2840" y="0"/>
                <a:ext cx="416" cy="518"/>
                <a:chOff x="2840" y="0"/>
                <a:chExt cx="416" cy="518"/>
              </a:xfrm>
            </p:grpSpPr>
            <p:sp>
              <p:nvSpPr>
                <p:cNvPr id="52557" name="Rectangle 8"/>
                <p:cNvSpPr>
                  <a:spLocks noChangeArrowheads="1"/>
                </p:cNvSpPr>
                <p:nvPr/>
              </p:nvSpPr>
              <p:spPr bwMode="auto">
                <a:xfrm>
                  <a:off x="2883" y="0"/>
                  <a:ext cx="330" cy="5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High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58" name="Rectangle 124"/>
                <p:cNvSpPr>
                  <a:spLocks noChangeArrowheads="1"/>
                </p:cNvSpPr>
                <p:nvPr/>
              </p:nvSpPr>
              <p:spPr bwMode="auto">
                <a:xfrm>
                  <a:off x="2840" y="0"/>
                  <a:ext cx="41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" name="Group 127"/>
              <p:cNvGrpSpPr>
                <a:grpSpLocks/>
              </p:cNvGrpSpPr>
              <p:nvPr/>
            </p:nvGrpSpPr>
            <p:grpSpPr bwMode="auto">
              <a:xfrm>
                <a:off x="3256" y="0"/>
                <a:ext cx="416" cy="518"/>
                <a:chOff x="3256" y="0"/>
                <a:chExt cx="416" cy="518"/>
              </a:xfrm>
            </p:grpSpPr>
            <p:sp>
              <p:nvSpPr>
                <p:cNvPr id="52555" name="Rectangle 9"/>
                <p:cNvSpPr>
                  <a:spLocks noChangeArrowheads="1"/>
                </p:cNvSpPr>
                <p:nvPr/>
              </p:nvSpPr>
              <p:spPr bwMode="auto">
                <a:xfrm>
                  <a:off x="3299" y="0"/>
                  <a:ext cx="330" cy="5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Very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High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56" name="Rectangle 126"/>
                <p:cNvSpPr>
                  <a:spLocks noChangeArrowheads="1"/>
                </p:cNvSpPr>
                <p:nvPr/>
              </p:nvSpPr>
              <p:spPr bwMode="auto">
                <a:xfrm>
                  <a:off x="3256" y="0"/>
                  <a:ext cx="41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129"/>
              <p:cNvGrpSpPr>
                <a:grpSpLocks/>
              </p:cNvGrpSpPr>
              <p:nvPr/>
            </p:nvGrpSpPr>
            <p:grpSpPr bwMode="auto">
              <a:xfrm>
                <a:off x="3672" y="0"/>
                <a:ext cx="441" cy="518"/>
                <a:chOff x="3672" y="0"/>
                <a:chExt cx="441" cy="518"/>
              </a:xfrm>
            </p:grpSpPr>
            <p:sp>
              <p:nvSpPr>
                <p:cNvPr id="52553" name="Rectangle 10"/>
                <p:cNvSpPr>
                  <a:spLocks noChangeArrowheads="1"/>
                </p:cNvSpPr>
                <p:nvPr/>
              </p:nvSpPr>
              <p:spPr bwMode="auto">
                <a:xfrm>
                  <a:off x="3715" y="0"/>
                  <a:ext cx="355" cy="5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Extra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High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54" name="Rectangle 128"/>
                <p:cNvSpPr>
                  <a:spLocks noChangeArrowheads="1"/>
                </p:cNvSpPr>
                <p:nvPr/>
              </p:nvSpPr>
              <p:spPr bwMode="auto">
                <a:xfrm>
                  <a:off x="3672" y="0"/>
                  <a:ext cx="441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131"/>
              <p:cNvGrpSpPr>
                <a:grpSpLocks/>
              </p:cNvGrpSpPr>
              <p:nvPr/>
            </p:nvGrpSpPr>
            <p:grpSpPr bwMode="auto">
              <a:xfrm>
                <a:off x="0" y="518"/>
                <a:ext cx="1455" cy="403"/>
                <a:chOff x="0" y="518"/>
                <a:chExt cx="1455" cy="403"/>
              </a:xfrm>
            </p:grpSpPr>
            <p:sp>
              <p:nvSpPr>
                <p:cNvPr id="52551" name="Rectangle 11"/>
                <p:cNvSpPr>
                  <a:spLocks noChangeArrowheads="1"/>
                </p:cNvSpPr>
                <p:nvPr/>
              </p:nvSpPr>
              <p:spPr bwMode="auto">
                <a:xfrm>
                  <a:off x="43" y="518"/>
                  <a:ext cx="136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Required Reliability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52" name="Rectangle 130"/>
                <p:cNvSpPr>
                  <a:spLocks noChangeArrowheads="1"/>
                </p:cNvSpPr>
                <p:nvPr/>
              </p:nvSpPr>
              <p:spPr bwMode="auto">
                <a:xfrm>
                  <a:off x="0" y="518"/>
                  <a:ext cx="145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33"/>
              <p:cNvGrpSpPr>
                <a:grpSpLocks/>
              </p:cNvGrpSpPr>
              <p:nvPr/>
            </p:nvGrpSpPr>
            <p:grpSpPr bwMode="auto">
              <a:xfrm>
                <a:off x="1455" y="518"/>
                <a:ext cx="409" cy="403"/>
                <a:chOff x="1455" y="518"/>
                <a:chExt cx="409" cy="403"/>
              </a:xfrm>
            </p:grpSpPr>
            <p:sp>
              <p:nvSpPr>
                <p:cNvPr id="52549" name="Rectangle 12"/>
                <p:cNvSpPr>
                  <a:spLocks noChangeArrowheads="1"/>
                </p:cNvSpPr>
                <p:nvPr/>
              </p:nvSpPr>
              <p:spPr bwMode="auto">
                <a:xfrm>
                  <a:off x="1498" y="518"/>
                  <a:ext cx="323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.75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50" name="Rectangle 132"/>
                <p:cNvSpPr>
                  <a:spLocks noChangeArrowheads="1"/>
                </p:cNvSpPr>
                <p:nvPr/>
              </p:nvSpPr>
              <p:spPr bwMode="auto">
                <a:xfrm>
                  <a:off x="1455" y="518"/>
                  <a:ext cx="409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35"/>
              <p:cNvGrpSpPr>
                <a:grpSpLocks/>
              </p:cNvGrpSpPr>
              <p:nvPr/>
            </p:nvGrpSpPr>
            <p:grpSpPr bwMode="auto">
              <a:xfrm>
                <a:off x="1864" y="518"/>
                <a:ext cx="395" cy="403"/>
                <a:chOff x="1864" y="518"/>
                <a:chExt cx="395" cy="403"/>
              </a:xfrm>
            </p:grpSpPr>
            <p:sp>
              <p:nvSpPr>
                <p:cNvPr id="52547" name="Rectangle 13"/>
                <p:cNvSpPr>
                  <a:spLocks noChangeArrowheads="1"/>
                </p:cNvSpPr>
                <p:nvPr/>
              </p:nvSpPr>
              <p:spPr bwMode="auto">
                <a:xfrm>
                  <a:off x="1907" y="518"/>
                  <a:ext cx="30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.88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48" name="Rectangle 134"/>
                <p:cNvSpPr>
                  <a:spLocks noChangeArrowheads="1"/>
                </p:cNvSpPr>
                <p:nvPr/>
              </p:nvSpPr>
              <p:spPr bwMode="auto">
                <a:xfrm>
                  <a:off x="1864" y="518"/>
                  <a:ext cx="39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137"/>
              <p:cNvGrpSpPr>
                <a:grpSpLocks/>
              </p:cNvGrpSpPr>
              <p:nvPr/>
            </p:nvGrpSpPr>
            <p:grpSpPr bwMode="auto">
              <a:xfrm>
                <a:off x="2259" y="518"/>
                <a:ext cx="581" cy="403"/>
                <a:chOff x="2259" y="518"/>
                <a:chExt cx="581" cy="403"/>
              </a:xfrm>
            </p:grpSpPr>
            <p:sp>
              <p:nvSpPr>
                <p:cNvPr id="52545" name="Rectangle 14"/>
                <p:cNvSpPr>
                  <a:spLocks noChangeArrowheads="1"/>
                </p:cNvSpPr>
                <p:nvPr/>
              </p:nvSpPr>
              <p:spPr bwMode="auto">
                <a:xfrm>
                  <a:off x="2302" y="518"/>
                  <a:ext cx="49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46" name="Rectangle 136"/>
                <p:cNvSpPr>
                  <a:spLocks noChangeArrowheads="1"/>
                </p:cNvSpPr>
                <p:nvPr/>
              </p:nvSpPr>
              <p:spPr bwMode="auto">
                <a:xfrm>
                  <a:off x="2259" y="518"/>
                  <a:ext cx="58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139"/>
              <p:cNvGrpSpPr>
                <a:grpSpLocks/>
              </p:cNvGrpSpPr>
              <p:nvPr/>
            </p:nvGrpSpPr>
            <p:grpSpPr bwMode="auto">
              <a:xfrm>
                <a:off x="2840" y="518"/>
                <a:ext cx="416" cy="403"/>
                <a:chOff x="2840" y="518"/>
                <a:chExt cx="416" cy="403"/>
              </a:xfrm>
            </p:grpSpPr>
            <p:sp>
              <p:nvSpPr>
                <p:cNvPr id="52543" name="Rectangle 15"/>
                <p:cNvSpPr>
                  <a:spLocks noChangeArrowheads="1"/>
                </p:cNvSpPr>
                <p:nvPr/>
              </p:nvSpPr>
              <p:spPr bwMode="auto">
                <a:xfrm>
                  <a:off x="2883" y="518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1.15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44" name="Rectangle 138"/>
                <p:cNvSpPr>
                  <a:spLocks noChangeArrowheads="1"/>
                </p:cNvSpPr>
                <p:nvPr/>
              </p:nvSpPr>
              <p:spPr bwMode="auto">
                <a:xfrm>
                  <a:off x="2840" y="518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141"/>
              <p:cNvGrpSpPr>
                <a:grpSpLocks/>
              </p:cNvGrpSpPr>
              <p:nvPr/>
            </p:nvGrpSpPr>
            <p:grpSpPr bwMode="auto">
              <a:xfrm>
                <a:off x="3256" y="518"/>
                <a:ext cx="416" cy="403"/>
                <a:chOff x="3256" y="518"/>
                <a:chExt cx="416" cy="403"/>
              </a:xfrm>
            </p:grpSpPr>
            <p:sp>
              <p:nvSpPr>
                <p:cNvPr id="52541" name="Rectangle 16"/>
                <p:cNvSpPr>
                  <a:spLocks noChangeArrowheads="1"/>
                </p:cNvSpPr>
                <p:nvPr/>
              </p:nvSpPr>
              <p:spPr bwMode="auto">
                <a:xfrm>
                  <a:off x="3299" y="518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1.40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42" name="Rectangle 140"/>
                <p:cNvSpPr>
                  <a:spLocks noChangeArrowheads="1"/>
                </p:cNvSpPr>
                <p:nvPr/>
              </p:nvSpPr>
              <p:spPr bwMode="auto">
                <a:xfrm>
                  <a:off x="3256" y="518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143"/>
              <p:cNvGrpSpPr>
                <a:grpSpLocks/>
              </p:cNvGrpSpPr>
              <p:nvPr/>
            </p:nvGrpSpPr>
            <p:grpSpPr bwMode="auto">
              <a:xfrm>
                <a:off x="3672" y="518"/>
                <a:ext cx="441" cy="403"/>
                <a:chOff x="3672" y="518"/>
                <a:chExt cx="441" cy="403"/>
              </a:xfrm>
            </p:grpSpPr>
            <p:sp>
              <p:nvSpPr>
                <p:cNvPr id="52539" name="Rectangle 17"/>
                <p:cNvSpPr>
                  <a:spLocks noChangeArrowheads="1"/>
                </p:cNvSpPr>
                <p:nvPr/>
              </p:nvSpPr>
              <p:spPr bwMode="auto">
                <a:xfrm>
                  <a:off x="3715" y="518"/>
                  <a:ext cx="35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1.40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40" name="Rectangle 142"/>
                <p:cNvSpPr>
                  <a:spLocks noChangeArrowheads="1"/>
                </p:cNvSpPr>
                <p:nvPr/>
              </p:nvSpPr>
              <p:spPr bwMode="auto">
                <a:xfrm>
                  <a:off x="3672" y="518"/>
                  <a:ext cx="44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145"/>
              <p:cNvGrpSpPr>
                <a:grpSpLocks/>
              </p:cNvGrpSpPr>
              <p:nvPr/>
            </p:nvGrpSpPr>
            <p:grpSpPr bwMode="auto">
              <a:xfrm>
                <a:off x="0" y="921"/>
                <a:ext cx="1455" cy="403"/>
                <a:chOff x="0" y="921"/>
                <a:chExt cx="1455" cy="403"/>
              </a:xfrm>
            </p:grpSpPr>
            <p:sp>
              <p:nvSpPr>
                <p:cNvPr id="52537" name="Rectangle 18"/>
                <p:cNvSpPr>
                  <a:spLocks noChangeArrowheads="1"/>
                </p:cNvSpPr>
                <p:nvPr/>
              </p:nvSpPr>
              <p:spPr bwMode="auto">
                <a:xfrm>
                  <a:off x="43" y="921"/>
                  <a:ext cx="136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Database Size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38" name="Rectangle 144"/>
                <p:cNvSpPr>
                  <a:spLocks noChangeArrowheads="1"/>
                </p:cNvSpPr>
                <p:nvPr/>
              </p:nvSpPr>
              <p:spPr bwMode="auto">
                <a:xfrm>
                  <a:off x="0" y="921"/>
                  <a:ext cx="145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147"/>
              <p:cNvGrpSpPr>
                <a:grpSpLocks/>
              </p:cNvGrpSpPr>
              <p:nvPr/>
            </p:nvGrpSpPr>
            <p:grpSpPr bwMode="auto">
              <a:xfrm>
                <a:off x="1455" y="921"/>
                <a:ext cx="409" cy="403"/>
                <a:chOff x="1455" y="921"/>
                <a:chExt cx="409" cy="403"/>
              </a:xfrm>
            </p:grpSpPr>
            <p:sp>
              <p:nvSpPr>
                <p:cNvPr id="52535" name="Rectangle 19"/>
                <p:cNvSpPr>
                  <a:spLocks noChangeArrowheads="1"/>
                </p:cNvSpPr>
                <p:nvPr/>
              </p:nvSpPr>
              <p:spPr bwMode="auto">
                <a:xfrm>
                  <a:off x="1498" y="921"/>
                  <a:ext cx="323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.94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36" name="Rectangle 146"/>
                <p:cNvSpPr>
                  <a:spLocks noChangeArrowheads="1"/>
                </p:cNvSpPr>
                <p:nvPr/>
              </p:nvSpPr>
              <p:spPr bwMode="auto">
                <a:xfrm>
                  <a:off x="1455" y="921"/>
                  <a:ext cx="409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149"/>
              <p:cNvGrpSpPr>
                <a:grpSpLocks/>
              </p:cNvGrpSpPr>
              <p:nvPr/>
            </p:nvGrpSpPr>
            <p:grpSpPr bwMode="auto">
              <a:xfrm>
                <a:off x="1864" y="921"/>
                <a:ext cx="395" cy="403"/>
                <a:chOff x="1864" y="921"/>
                <a:chExt cx="395" cy="403"/>
              </a:xfrm>
            </p:grpSpPr>
            <p:sp>
              <p:nvSpPr>
                <p:cNvPr id="52533" name="Rectangle 20"/>
                <p:cNvSpPr>
                  <a:spLocks noChangeArrowheads="1"/>
                </p:cNvSpPr>
                <p:nvPr/>
              </p:nvSpPr>
              <p:spPr bwMode="auto">
                <a:xfrm>
                  <a:off x="1907" y="921"/>
                  <a:ext cx="30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.94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34" name="Rectangle 148"/>
                <p:cNvSpPr>
                  <a:spLocks noChangeArrowheads="1"/>
                </p:cNvSpPr>
                <p:nvPr/>
              </p:nvSpPr>
              <p:spPr bwMode="auto">
                <a:xfrm>
                  <a:off x="1864" y="921"/>
                  <a:ext cx="39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151"/>
              <p:cNvGrpSpPr>
                <a:grpSpLocks/>
              </p:cNvGrpSpPr>
              <p:nvPr/>
            </p:nvGrpSpPr>
            <p:grpSpPr bwMode="auto">
              <a:xfrm>
                <a:off x="2259" y="921"/>
                <a:ext cx="581" cy="403"/>
                <a:chOff x="2259" y="921"/>
                <a:chExt cx="581" cy="403"/>
              </a:xfrm>
            </p:grpSpPr>
            <p:sp>
              <p:nvSpPr>
                <p:cNvPr id="52531" name="Rectangle 21"/>
                <p:cNvSpPr>
                  <a:spLocks noChangeArrowheads="1"/>
                </p:cNvSpPr>
                <p:nvPr/>
              </p:nvSpPr>
              <p:spPr bwMode="auto">
                <a:xfrm>
                  <a:off x="2302" y="921"/>
                  <a:ext cx="49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32" name="Rectangle 150"/>
                <p:cNvSpPr>
                  <a:spLocks noChangeArrowheads="1"/>
                </p:cNvSpPr>
                <p:nvPr/>
              </p:nvSpPr>
              <p:spPr bwMode="auto">
                <a:xfrm>
                  <a:off x="2259" y="921"/>
                  <a:ext cx="58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153"/>
              <p:cNvGrpSpPr>
                <a:grpSpLocks/>
              </p:cNvGrpSpPr>
              <p:nvPr/>
            </p:nvGrpSpPr>
            <p:grpSpPr bwMode="auto">
              <a:xfrm>
                <a:off x="2840" y="921"/>
                <a:ext cx="416" cy="403"/>
                <a:chOff x="2840" y="921"/>
                <a:chExt cx="416" cy="403"/>
              </a:xfrm>
            </p:grpSpPr>
            <p:sp>
              <p:nvSpPr>
                <p:cNvPr id="52529" name="Rectangle 22"/>
                <p:cNvSpPr>
                  <a:spLocks noChangeArrowheads="1"/>
                </p:cNvSpPr>
                <p:nvPr/>
              </p:nvSpPr>
              <p:spPr bwMode="auto">
                <a:xfrm>
                  <a:off x="2883" y="921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1.08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30" name="Rectangle 152"/>
                <p:cNvSpPr>
                  <a:spLocks noChangeArrowheads="1"/>
                </p:cNvSpPr>
                <p:nvPr/>
              </p:nvSpPr>
              <p:spPr bwMode="auto">
                <a:xfrm>
                  <a:off x="2840" y="921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" name="Group 155"/>
              <p:cNvGrpSpPr>
                <a:grpSpLocks/>
              </p:cNvGrpSpPr>
              <p:nvPr/>
            </p:nvGrpSpPr>
            <p:grpSpPr bwMode="auto">
              <a:xfrm>
                <a:off x="3256" y="921"/>
                <a:ext cx="416" cy="403"/>
                <a:chOff x="3256" y="921"/>
                <a:chExt cx="416" cy="403"/>
              </a:xfrm>
            </p:grpSpPr>
            <p:sp>
              <p:nvSpPr>
                <p:cNvPr id="52527" name="Rectangle 23"/>
                <p:cNvSpPr>
                  <a:spLocks noChangeArrowheads="1"/>
                </p:cNvSpPr>
                <p:nvPr/>
              </p:nvSpPr>
              <p:spPr bwMode="auto">
                <a:xfrm>
                  <a:off x="3299" y="921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1.16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28" name="Rectangle 154"/>
                <p:cNvSpPr>
                  <a:spLocks noChangeArrowheads="1"/>
                </p:cNvSpPr>
                <p:nvPr/>
              </p:nvSpPr>
              <p:spPr bwMode="auto">
                <a:xfrm>
                  <a:off x="3256" y="921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4" name="Group 157"/>
              <p:cNvGrpSpPr>
                <a:grpSpLocks/>
              </p:cNvGrpSpPr>
              <p:nvPr/>
            </p:nvGrpSpPr>
            <p:grpSpPr bwMode="auto">
              <a:xfrm>
                <a:off x="3672" y="921"/>
                <a:ext cx="441" cy="403"/>
                <a:chOff x="3672" y="921"/>
                <a:chExt cx="441" cy="403"/>
              </a:xfrm>
            </p:grpSpPr>
            <p:sp>
              <p:nvSpPr>
                <p:cNvPr id="52525" name="Rectangle 24"/>
                <p:cNvSpPr>
                  <a:spLocks noChangeArrowheads="1"/>
                </p:cNvSpPr>
                <p:nvPr/>
              </p:nvSpPr>
              <p:spPr bwMode="auto">
                <a:xfrm>
                  <a:off x="3715" y="921"/>
                  <a:ext cx="35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1.16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26" name="Rectangle 156"/>
                <p:cNvSpPr>
                  <a:spLocks noChangeArrowheads="1"/>
                </p:cNvSpPr>
                <p:nvPr/>
              </p:nvSpPr>
              <p:spPr bwMode="auto">
                <a:xfrm>
                  <a:off x="3672" y="921"/>
                  <a:ext cx="44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5" name="Group 159"/>
              <p:cNvGrpSpPr>
                <a:grpSpLocks/>
              </p:cNvGrpSpPr>
              <p:nvPr/>
            </p:nvGrpSpPr>
            <p:grpSpPr bwMode="auto">
              <a:xfrm>
                <a:off x="0" y="1324"/>
                <a:ext cx="1455" cy="403"/>
                <a:chOff x="0" y="1324"/>
                <a:chExt cx="1455" cy="403"/>
              </a:xfrm>
            </p:grpSpPr>
            <p:sp>
              <p:nvSpPr>
                <p:cNvPr id="52523" name="Rectangle 25"/>
                <p:cNvSpPr>
                  <a:spLocks noChangeArrowheads="1"/>
                </p:cNvSpPr>
                <p:nvPr/>
              </p:nvSpPr>
              <p:spPr bwMode="auto">
                <a:xfrm>
                  <a:off x="43" y="1324"/>
                  <a:ext cx="136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Product Complexity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24" name="Rectangle 158"/>
                <p:cNvSpPr>
                  <a:spLocks noChangeArrowheads="1"/>
                </p:cNvSpPr>
                <p:nvPr/>
              </p:nvSpPr>
              <p:spPr bwMode="auto">
                <a:xfrm>
                  <a:off x="0" y="1324"/>
                  <a:ext cx="145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" name="Group 161"/>
              <p:cNvGrpSpPr>
                <a:grpSpLocks/>
              </p:cNvGrpSpPr>
              <p:nvPr/>
            </p:nvGrpSpPr>
            <p:grpSpPr bwMode="auto">
              <a:xfrm>
                <a:off x="1455" y="1324"/>
                <a:ext cx="409" cy="403"/>
                <a:chOff x="1455" y="1324"/>
                <a:chExt cx="409" cy="403"/>
              </a:xfrm>
            </p:grpSpPr>
            <p:sp>
              <p:nvSpPr>
                <p:cNvPr id="52521" name="Rectangle 26"/>
                <p:cNvSpPr>
                  <a:spLocks noChangeArrowheads="1"/>
                </p:cNvSpPr>
                <p:nvPr/>
              </p:nvSpPr>
              <p:spPr bwMode="auto">
                <a:xfrm>
                  <a:off x="1498" y="1324"/>
                  <a:ext cx="323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.70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22" name="Rectangle 160"/>
                <p:cNvSpPr>
                  <a:spLocks noChangeArrowheads="1"/>
                </p:cNvSpPr>
                <p:nvPr/>
              </p:nvSpPr>
              <p:spPr bwMode="auto">
                <a:xfrm>
                  <a:off x="1455" y="1324"/>
                  <a:ext cx="409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7" name="Group 163"/>
              <p:cNvGrpSpPr>
                <a:grpSpLocks/>
              </p:cNvGrpSpPr>
              <p:nvPr/>
            </p:nvGrpSpPr>
            <p:grpSpPr bwMode="auto">
              <a:xfrm>
                <a:off x="1864" y="1324"/>
                <a:ext cx="395" cy="403"/>
                <a:chOff x="1864" y="1324"/>
                <a:chExt cx="395" cy="403"/>
              </a:xfrm>
            </p:grpSpPr>
            <p:sp>
              <p:nvSpPr>
                <p:cNvPr id="52519" name="Rectangle 27"/>
                <p:cNvSpPr>
                  <a:spLocks noChangeArrowheads="1"/>
                </p:cNvSpPr>
                <p:nvPr/>
              </p:nvSpPr>
              <p:spPr bwMode="auto">
                <a:xfrm>
                  <a:off x="1907" y="1324"/>
                  <a:ext cx="30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.85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20" name="Rectangle 162"/>
                <p:cNvSpPr>
                  <a:spLocks noChangeArrowheads="1"/>
                </p:cNvSpPr>
                <p:nvPr/>
              </p:nvSpPr>
              <p:spPr bwMode="auto">
                <a:xfrm>
                  <a:off x="1864" y="1324"/>
                  <a:ext cx="39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8" name="Group 165"/>
              <p:cNvGrpSpPr>
                <a:grpSpLocks/>
              </p:cNvGrpSpPr>
              <p:nvPr/>
            </p:nvGrpSpPr>
            <p:grpSpPr bwMode="auto">
              <a:xfrm>
                <a:off x="2259" y="1324"/>
                <a:ext cx="581" cy="403"/>
                <a:chOff x="2259" y="1324"/>
                <a:chExt cx="581" cy="403"/>
              </a:xfrm>
            </p:grpSpPr>
            <p:sp>
              <p:nvSpPr>
                <p:cNvPr id="52517" name="Rectangle 28"/>
                <p:cNvSpPr>
                  <a:spLocks noChangeArrowheads="1"/>
                </p:cNvSpPr>
                <p:nvPr/>
              </p:nvSpPr>
              <p:spPr bwMode="auto">
                <a:xfrm>
                  <a:off x="2302" y="1324"/>
                  <a:ext cx="49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18" name="Rectangle 164"/>
                <p:cNvSpPr>
                  <a:spLocks noChangeArrowheads="1"/>
                </p:cNvSpPr>
                <p:nvPr/>
              </p:nvSpPr>
              <p:spPr bwMode="auto">
                <a:xfrm>
                  <a:off x="2259" y="1324"/>
                  <a:ext cx="58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9" name="Group 167"/>
              <p:cNvGrpSpPr>
                <a:grpSpLocks/>
              </p:cNvGrpSpPr>
              <p:nvPr/>
            </p:nvGrpSpPr>
            <p:grpSpPr bwMode="auto">
              <a:xfrm>
                <a:off x="2840" y="1324"/>
                <a:ext cx="416" cy="403"/>
                <a:chOff x="2840" y="1324"/>
                <a:chExt cx="416" cy="403"/>
              </a:xfrm>
            </p:grpSpPr>
            <p:sp>
              <p:nvSpPr>
                <p:cNvPr id="52515" name="Rectangle 29"/>
                <p:cNvSpPr>
                  <a:spLocks noChangeArrowheads="1"/>
                </p:cNvSpPr>
                <p:nvPr/>
              </p:nvSpPr>
              <p:spPr bwMode="auto">
                <a:xfrm>
                  <a:off x="2883" y="1324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1.15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16" name="Rectangle 166"/>
                <p:cNvSpPr>
                  <a:spLocks noChangeArrowheads="1"/>
                </p:cNvSpPr>
                <p:nvPr/>
              </p:nvSpPr>
              <p:spPr bwMode="auto">
                <a:xfrm>
                  <a:off x="2840" y="1324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0" name="Group 169"/>
              <p:cNvGrpSpPr>
                <a:grpSpLocks/>
              </p:cNvGrpSpPr>
              <p:nvPr/>
            </p:nvGrpSpPr>
            <p:grpSpPr bwMode="auto">
              <a:xfrm>
                <a:off x="3256" y="1324"/>
                <a:ext cx="416" cy="403"/>
                <a:chOff x="3256" y="1324"/>
                <a:chExt cx="416" cy="403"/>
              </a:xfrm>
            </p:grpSpPr>
            <p:sp>
              <p:nvSpPr>
                <p:cNvPr id="52513" name="Rectangle 30"/>
                <p:cNvSpPr>
                  <a:spLocks noChangeArrowheads="1"/>
                </p:cNvSpPr>
                <p:nvPr/>
              </p:nvSpPr>
              <p:spPr bwMode="auto">
                <a:xfrm>
                  <a:off x="3299" y="1324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1.30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14" name="Rectangle 168"/>
                <p:cNvSpPr>
                  <a:spLocks noChangeArrowheads="1"/>
                </p:cNvSpPr>
                <p:nvPr/>
              </p:nvSpPr>
              <p:spPr bwMode="auto">
                <a:xfrm>
                  <a:off x="3256" y="1324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1" name="Group 171"/>
              <p:cNvGrpSpPr>
                <a:grpSpLocks/>
              </p:cNvGrpSpPr>
              <p:nvPr/>
            </p:nvGrpSpPr>
            <p:grpSpPr bwMode="auto">
              <a:xfrm>
                <a:off x="3672" y="1324"/>
                <a:ext cx="441" cy="403"/>
                <a:chOff x="3672" y="1324"/>
                <a:chExt cx="441" cy="403"/>
              </a:xfrm>
            </p:grpSpPr>
            <p:sp>
              <p:nvSpPr>
                <p:cNvPr id="52511" name="Rectangle 31"/>
                <p:cNvSpPr>
                  <a:spLocks noChangeArrowheads="1"/>
                </p:cNvSpPr>
                <p:nvPr/>
              </p:nvSpPr>
              <p:spPr bwMode="auto">
                <a:xfrm>
                  <a:off x="3715" y="1324"/>
                  <a:ext cx="35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1.65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12" name="Rectangle 170"/>
                <p:cNvSpPr>
                  <a:spLocks noChangeArrowheads="1"/>
                </p:cNvSpPr>
                <p:nvPr/>
              </p:nvSpPr>
              <p:spPr bwMode="auto">
                <a:xfrm>
                  <a:off x="3672" y="1324"/>
                  <a:ext cx="44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24" name="Group 173"/>
              <p:cNvGrpSpPr>
                <a:grpSpLocks/>
              </p:cNvGrpSpPr>
              <p:nvPr/>
            </p:nvGrpSpPr>
            <p:grpSpPr bwMode="auto">
              <a:xfrm>
                <a:off x="0" y="1727"/>
                <a:ext cx="1455" cy="403"/>
                <a:chOff x="0" y="1727"/>
                <a:chExt cx="1455" cy="403"/>
              </a:xfrm>
            </p:grpSpPr>
            <p:sp>
              <p:nvSpPr>
                <p:cNvPr id="52509" name="Rectangle 32"/>
                <p:cNvSpPr>
                  <a:spLocks noChangeArrowheads="1"/>
                </p:cNvSpPr>
                <p:nvPr/>
              </p:nvSpPr>
              <p:spPr bwMode="auto">
                <a:xfrm>
                  <a:off x="43" y="1727"/>
                  <a:ext cx="136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Execution Time Constraint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10" name="Rectangle 172"/>
                <p:cNvSpPr>
                  <a:spLocks noChangeArrowheads="1"/>
                </p:cNvSpPr>
                <p:nvPr/>
              </p:nvSpPr>
              <p:spPr bwMode="auto">
                <a:xfrm>
                  <a:off x="0" y="1727"/>
                  <a:ext cx="145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25" name="Group 175"/>
              <p:cNvGrpSpPr>
                <a:grpSpLocks/>
              </p:cNvGrpSpPr>
              <p:nvPr/>
            </p:nvGrpSpPr>
            <p:grpSpPr bwMode="auto">
              <a:xfrm>
                <a:off x="1455" y="1727"/>
                <a:ext cx="409" cy="403"/>
                <a:chOff x="1455" y="1727"/>
                <a:chExt cx="409" cy="403"/>
              </a:xfrm>
            </p:grpSpPr>
            <p:sp>
              <p:nvSpPr>
                <p:cNvPr id="52507" name="Rectangle 33"/>
                <p:cNvSpPr>
                  <a:spLocks noChangeArrowheads="1"/>
                </p:cNvSpPr>
                <p:nvPr/>
              </p:nvSpPr>
              <p:spPr bwMode="auto">
                <a:xfrm>
                  <a:off x="1498" y="1727"/>
                  <a:ext cx="323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08" name="Rectangle 174"/>
                <p:cNvSpPr>
                  <a:spLocks noChangeArrowheads="1"/>
                </p:cNvSpPr>
                <p:nvPr/>
              </p:nvSpPr>
              <p:spPr bwMode="auto">
                <a:xfrm>
                  <a:off x="1455" y="1727"/>
                  <a:ext cx="409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27" name="Group 177"/>
              <p:cNvGrpSpPr>
                <a:grpSpLocks/>
              </p:cNvGrpSpPr>
              <p:nvPr/>
            </p:nvGrpSpPr>
            <p:grpSpPr bwMode="auto">
              <a:xfrm>
                <a:off x="1864" y="1727"/>
                <a:ext cx="395" cy="403"/>
                <a:chOff x="1864" y="1727"/>
                <a:chExt cx="395" cy="403"/>
              </a:xfrm>
            </p:grpSpPr>
            <p:sp>
              <p:nvSpPr>
                <p:cNvPr id="52505" name="Rectangle 34"/>
                <p:cNvSpPr>
                  <a:spLocks noChangeArrowheads="1"/>
                </p:cNvSpPr>
                <p:nvPr/>
              </p:nvSpPr>
              <p:spPr bwMode="auto">
                <a:xfrm>
                  <a:off x="1907" y="1727"/>
                  <a:ext cx="30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06" name="Rectangle 176"/>
                <p:cNvSpPr>
                  <a:spLocks noChangeArrowheads="1"/>
                </p:cNvSpPr>
                <p:nvPr/>
              </p:nvSpPr>
              <p:spPr bwMode="auto">
                <a:xfrm>
                  <a:off x="1864" y="1727"/>
                  <a:ext cx="39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29" name="Group 179"/>
              <p:cNvGrpSpPr>
                <a:grpSpLocks/>
              </p:cNvGrpSpPr>
              <p:nvPr/>
            </p:nvGrpSpPr>
            <p:grpSpPr bwMode="auto">
              <a:xfrm>
                <a:off x="2259" y="1727"/>
                <a:ext cx="581" cy="403"/>
                <a:chOff x="2259" y="1727"/>
                <a:chExt cx="581" cy="403"/>
              </a:xfrm>
            </p:grpSpPr>
            <p:sp>
              <p:nvSpPr>
                <p:cNvPr id="52503" name="Rectangle 35"/>
                <p:cNvSpPr>
                  <a:spLocks noChangeArrowheads="1"/>
                </p:cNvSpPr>
                <p:nvPr/>
              </p:nvSpPr>
              <p:spPr bwMode="auto">
                <a:xfrm>
                  <a:off x="2302" y="1727"/>
                  <a:ext cx="49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04" name="Rectangle 178"/>
                <p:cNvSpPr>
                  <a:spLocks noChangeArrowheads="1"/>
                </p:cNvSpPr>
                <p:nvPr/>
              </p:nvSpPr>
              <p:spPr bwMode="auto">
                <a:xfrm>
                  <a:off x="2259" y="1727"/>
                  <a:ext cx="58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31" name="Group 181"/>
              <p:cNvGrpSpPr>
                <a:grpSpLocks/>
              </p:cNvGrpSpPr>
              <p:nvPr/>
            </p:nvGrpSpPr>
            <p:grpSpPr bwMode="auto">
              <a:xfrm>
                <a:off x="2840" y="1727"/>
                <a:ext cx="416" cy="403"/>
                <a:chOff x="2840" y="1727"/>
                <a:chExt cx="416" cy="403"/>
              </a:xfrm>
            </p:grpSpPr>
            <p:sp>
              <p:nvSpPr>
                <p:cNvPr id="52501" name="Rectangle 36"/>
                <p:cNvSpPr>
                  <a:spLocks noChangeArrowheads="1"/>
                </p:cNvSpPr>
                <p:nvPr/>
              </p:nvSpPr>
              <p:spPr bwMode="auto">
                <a:xfrm>
                  <a:off x="2883" y="1727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1.11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02" name="Rectangle 180"/>
                <p:cNvSpPr>
                  <a:spLocks noChangeArrowheads="1"/>
                </p:cNvSpPr>
                <p:nvPr/>
              </p:nvSpPr>
              <p:spPr bwMode="auto">
                <a:xfrm>
                  <a:off x="2840" y="1727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32" name="Group 183"/>
              <p:cNvGrpSpPr>
                <a:grpSpLocks/>
              </p:cNvGrpSpPr>
              <p:nvPr/>
            </p:nvGrpSpPr>
            <p:grpSpPr bwMode="auto">
              <a:xfrm>
                <a:off x="3256" y="1727"/>
                <a:ext cx="416" cy="403"/>
                <a:chOff x="3256" y="1727"/>
                <a:chExt cx="416" cy="403"/>
              </a:xfrm>
            </p:grpSpPr>
            <p:sp>
              <p:nvSpPr>
                <p:cNvPr id="52499" name="Rectangle 37"/>
                <p:cNvSpPr>
                  <a:spLocks noChangeArrowheads="1"/>
                </p:cNvSpPr>
                <p:nvPr/>
              </p:nvSpPr>
              <p:spPr bwMode="auto">
                <a:xfrm>
                  <a:off x="3299" y="1727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1.30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500" name="Rectangle 182"/>
                <p:cNvSpPr>
                  <a:spLocks noChangeArrowheads="1"/>
                </p:cNvSpPr>
                <p:nvPr/>
              </p:nvSpPr>
              <p:spPr bwMode="auto">
                <a:xfrm>
                  <a:off x="3256" y="1727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33" name="Group 185"/>
              <p:cNvGrpSpPr>
                <a:grpSpLocks/>
              </p:cNvGrpSpPr>
              <p:nvPr/>
            </p:nvGrpSpPr>
            <p:grpSpPr bwMode="auto">
              <a:xfrm>
                <a:off x="3672" y="1727"/>
                <a:ext cx="441" cy="403"/>
                <a:chOff x="3672" y="1727"/>
                <a:chExt cx="441" cy="403"/>
              </a:xfrm>
            </p:grpSpPr>
            <p:sp>
              <p:nvSpPr>
                <p:cNvPr id="52497" name="Rectangle 38"/>
                <p:cNvSpPr>
                  <a:spLocks noChangeArrowheads="1"/>
                </p:cNvSpPr>
                <p:nvPr/>
              </p:nvSpPr>
              <p:spPr bwMode="auto">
                <a:xfrm>
                  <a:off x="3715" y="1727"/>
                  <a:ext cx="35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1.66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98" name="Rectangle 184"/>
                <p:cNvSpPr>
                  <a:spLocks noChangeArrowheads="1"/>
                </p:cNvSpPr>
                <p:nvPr/>
              </p:nvSpPr>
              <p:spPr bwMode="auto">
                <a:xfrm>
                  <a:off x="3672" y="1727"/>
                  <a:ext cx="44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34" name="Group 187"/>
              <p:cNvGrpSpPr>
                <a:grpSpLocks/>
              </p:cNvGrpSpPr>
              <p:nvPr/>
            </p:nvGrpSpPr>
            <p:grpSpPr bwMode="auto">
              <a:xfrm>
                <a:off x="0" y="2130"/>
                <a:ext cx="1455" cy="403"/>
                <a:chOff x="0" y="2130"/>
                <a:chExt cx="1455" cy="403"/>
              </a:xfrm>
            </p:grpSpPr>
            <p:sp>
              <p:nvSpPr>
                <p:cNvPr id="52495" name="Rectangle 39"/>
                <p:cNvSpPr>
                  <a:spLocks noChangeArrowheads="1"/>
                </p:cNvSpPr>
                <p:nvPr/>
              </p:nvSpPr>
              <p:spPr bwMode="auto">
                <a:xfrm>
                  <a:off x="43" y="2130"/>
                  <a:ext cx="136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Main Storage Constraint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96" name="Rectangle 186"/>
                <p:cNvSpPr>
                  <a:spLocks noChangeArrowheads="1"/>
                </p:cNvSpPr>
                <p:nvPr/>
              </p:nvSpPr>
              <p:spPr bwMode="auto">
                <a:xfrm>
                  <a:off x="0" y="2130"/>
                  <a:ext cx="145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35" name="Group 189"/>
              <p:cNvGrpSpPr>
                <a:grpSpLocks/>
              </p:cNvGrpSpPr>
              <p:nvPr/>
            </p:nvGrpSpPr>
            <p:grpSpPr bwMode="auto">
              <a:xfrm>
                <a:off x="1455" y="2130"/>
                <a:ext cx="409" cy="403"/>
                <a:chOff x="1455" y="2130"/>
                <a:chExt cx="409" cy="403"/>
              </a:xfrm>
            </p:grpSpPr>
            <p:sp>
              <p:nvSpPr>
                <p:cNvPr id="52493" name="Rectangle 40"/>
                <p:cNvSpPr>
                  <a:spLocks noChangeArrowheads="1"/>
                </p:cNvSpPr>
                <p:nvPr/>
              </p:nvSpPr>
              <p:spPr bwMode="auto">
                <a:xfrm>
                  <a:off x="1498" y="2130"/>
                  <a:ext cx="323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94" name="Rectangle 188"/>
                <p:cNvSpPr>
                  <a:spLocks noChangeArrowheads="1"/>
                </p:cNvSpPr>
                <p:nvPr/>
              </p:nvSpPr>
              <p:spPr bwMode="auto">
                <a:xfrm>
                  <a:off x="1455" y="2130"/>
                  <a:ext cx="409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36" name="Group 191"/>
              <p:cNvGrpSpPr>
                <a:grpSpLocks/>
              </p:cNvGrpSpPr>
              <p:nvPr/>
            </p:nvGrpSpPr>
            <p:grpSpPr bwMode="auto">
              <a:xfrm>
                <a:off x="1864" y="2130"/>
                <a:ext cx="395" cy="403"/>
                <a:chOff x="1864" y="2130"/>
                <a:chExt cx="395" cy="403"/>
              </a:xfrm>
            </p:grpSpPr>
            <p:sp>
              <p:nvSpPr>
                <p:cNvPr id="52491" name="Rectangle 41"/>
                <p:cNvSpPr>
                  <a:spLocks noChangeArrowheads="1"/>
                </p:cNvSpPr>
                <p:nvPr/>
              </p:nvSpPr>
              <p:spPr bwMode="auto">
                <a:xfrm>
                  <a:off x="1907" y="2130"/>
                  <a:ext cx="30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92" name="Rectangle 190"/>
                <p:cNvSpPr>
                  <a:spLocks noChangeArrowheads="1"/>
                </p:cNvSpPr>
                <p:nvPr/>
              </p:nvSpPr>
              <p:spPr bwMode="auto">
                <a:xfrm>
                  <a:off x="1864" y="2130"/>
                  <a:ext cx="39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37" name="Group 193"/>
              <p:cNvGrpSpPr>
                <a:grpSpLocks/>
              </p:cNvGrpSpPr>
              <p:nvPr/>
            </p:nvGrpSpPr>
            <p:grpSpPr bwMode="auto">
              <a:xfrm>
                <a:off x="2259" y="2130"/>
                <a:ext cx="581" cy="403"/>
                <a:chOff x="2259" y="2130"/>
                <a:chExt cx="581" cy="403"/>
              </a:xfrm>
            </p:grpSpPr>
            <p:sp>
              <p:nvSpPr>
                <p:cNvPr id="52489" name="Rectangle 42"/>
                <p:cNvSpPr>
                  <a:spLocks noChangeArrowheads="1"/>
                </p:cNvSpPr>
                <p:nvPr/>
              </p:nvSpPr>
              <p:spPr bwMode="auto">
                <a:xfrm>
                  <a:off x="2302" y="2130"/>
                  <a:ext cx="49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90" name="Rectangle 192"/>
                <p:cNvSpPr>
                  <a:spLocks noChangeArrowheads="1"/>
                </p:cNvSpPr>
                <p:nvPr/>
              </p:nvSpPr>
              <p:spPr bwMode="auto">
                <a:xfrm>
                  <a:off x="2259" y="2130"/>
                  <a:ext cx="58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38" name="Group 195"/>
              <p:cNvGrpSpPr>
                <a:grpSpLocks/>
              </p:cNvGrpSpPr>
              <p:nvPr/>
            </p:nvGrpSpPr>
            <p:grpSpPr bwMode="auto">
              <a:xfrm>
                <a:off x="2840" y="2130"/>
                <a:ext cx="416" cy="403"/>
                <a:chOff x="2840" y="2130"/>
                <a:chExt cx="416" cy="403"/>
              </a:xfrm>
            </p:grpSpPr>
            <p:sp>
              <p:nvSpPr>
                <p:cNvPr id="52487" name="Rectangle 43"/>
                <p:cNvSpPr>
                  <a:spLocks noChangeArrowheads="1"/>
                </p:cNvSpPr>
                <p:nvPr/>
              </p:nvSpPr>
              <p:spPr bwMode="auto">
                <a:xfrm>
                  <a:off x="2883" y="2130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1.06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88" name="Rectangle 194"/>
                <p:cNvSpPr>
                  <a:spLocks noChangeArrowheads="1"/>
                </p:cNvSpPr>
                <p:nvPr/>
              </p:nvSpPr>
              <p:spPr bwMode="auto">
                <a:xfrm>
                  <a:off x="2840" y="2130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39" name="Group 197"/>
              <p:cNvGrpSpPr>
                <a:grpSpLocks/>
              </p:cNvGrpSpPr>
              <p:nvPr/>
            </p:nvGrpSpPr>
            <p:grpSpPr bwMode="auto">
              <a:xfrm>
                <a:off x="3256" y="2130"/>
                <a:ext cx="416" cy="403"/>
                <a:chOff x="3256" y="2130"/>
                <a:chExt cx="416" cy="403"/>
              </a:xfrm>
            </p:grpSpPr>
            <p:sp>
              <p:nvSpPr>
                <p:cNvPr id="52485" name="Rectangle 44"/>
                <p:cNvSpPr>
                  <a:spLocks noChangeArrowheads="1"/>
                </p:cNvSpPr>
                <p:nvPr/>
              </p:nvSpPr>
              <p:spPr bwMode="auto">
                <a:xfrm>
                  <a:off x="3299" y="2130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1.21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86" name="Rectangle 196"/>
                <p:cNvSpPr>
                  <a:spLocks noChangeArrowheads="1"/>
                </p:cNvSpPr>
                <p:nvPr/>
              </p:nvSpPr>
              <p:spPr bwMode="auto">
                <a:xfrm>
                  <a:off x="3256" y="2130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40" name="Group 199"/>
              <p:cNvGrpSpPr>
                <a:grpSpLocks/>
              </p:cNvGrpSpPr>
              <p:nvPr/>
            </p:nvGrpSpPr>
            <p:grpSpPr bwMode="auto">
              <a:xfrm>
                <a:off x="3672" y="2130"/>
                <a:ext cx="441" cy="403"/>
                <a:chOff x="3672" y="2130"/>
                <a:chExt cx="441" cy="403"/>
              </a:xfrm>
            </p:grpSpPr>
            <p:sp>
              <p:nvSpPr>
                <p:cNvPr id="52483" name="Rectangle 45"/>
                <p:cNvSpPr>
                  <a:spLocks noChangeArrowheads="1"/>
                </p:cNvSpPr>
                <p:nvPr/>
              </p:nvSpPr>
              <p:spPr bwMode="auto">
                <a:xfrm>
                  <a:off x="3715" y="2130"/>
                  <a:ext cx="35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1.56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84" name="Rectangle 198"/>
                <p:cNvSpPr>
                  <a:spLocks noChangeArrowheads="1"/>
                </p:cNvSpPr>
                <p:nvPr/>
              </p:nvSpPr>
              <p:spPr bwMode="auto">
                <a:xfrm>
                  <a:off x="3672" y="2130"/>
                  <a:ext cx="44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41" name="Group 201"/>
              <p:cNvGrpSpPr>
                <a:grpSpLocks/>
              </p:cNvGrpSpPr>
              <p:nvPr/>
            </p:nvGrpSpPr>
            <p:grpSpPr bwMode="auto">
              <a:xfrm>
                <a:off x="0" y="2533"/>
                <a:ext cx="1455" cy="403"/>
                <a:chOff x="0" y="2533"/>
                <a:chExt cx="1455" cy="403"/>
              </a:xfrm>
            </p:grpSpPr>
            <p:sp>
              <p:nvSpPr>
                <p:cNvPr id="52481" name="Rectangle 46"/>
                <p:cNvSpPr>
                  <a:spLocks noChangeArrowheads="1"/>
                </p:cNvSpPr>
                <p:nvPr/>
              </p:nvSpPr>
              <p:spPr bwMode="auto">
                <a:xfrm>
                  <a:off x="43" y="2533"/>
                  <a:ext cx="136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Virtual Machine Volatility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82" name="Rectangle 200"/>
                <p:cNvSpPr>
                  <a:spLocks noChangeArrowheads="1"/>
                </p:cNvSpPr>
                <p:nvPr/>
              </p:nvSpPr>
              <p:spPr bwMode="auto">
                <a:xfrm>
                  <a:off x="0" y="2533"/>
                  <a:ext cx="145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42" name="Group 203"/>
              <p:cNvGrpSpPr>
                <a:grpSpLocks/>
              </p:cNvGrpSpPr>
              <p:nvPr/>
            </p:nvGrpSpPr>
            <p:grpSpPr bwMode="auto">
              <a:xfrm>
                <a:off x="1455" y="2533"/>
                <a:ext cx="409" cy="403"/>
                <a:chOff x="1455" y="2533"/>
                <a:chExt cx="409" cy="403"/>
              </a:xfrm>
            </p:grpSpPr>
            <p:sp>
              <p:nvSpPr>
                <p:cNvPr id="52479" name="Rectangle 47"/>
                <p:cNvSpPr>
                  <a:spLocks noChangeArrowheads="1"/>
                </p:cNvSpPr>
                <p:nvPr/>
              </p:nvSpPr>
              <p:spPr bwMode="auto">
                <a:xfrm>
                  <a:off x="1498" y="2533"/>
                  <a:ext cx="323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.87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80" name="Rectangle 202"/>
                <p:cNvSpPr>
                  <a:spLocks noChangeArrowheads="1"/>
                </p:cNvSpPr>
                <p:nvPr/>
              </p:nvSpPr>
              <p:spPr bwMode="auto">
                <a:xfrm>
                  <a:off x="1455" y="2533"/>
                  <a:ext cx="409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43" name="Group 205"/>
              <p:cNvGrpSpPr>
                <a:grpSpLocks/>
              </p:cNvGrpSpPr>
              <p:nvPr/>
            </p:nvGrpSpPr>
            <p:grpSpPr bwMode="auto">
              <a:xfrm>
                <a:off x="1864" y="2533"/>
                <a:ext cx="395" cy="403"/>
                <a:chOff x="1864" y="2533"/>
                <a:chExt cx="395" cy="403"/>
              </a:xfrm>
            </p:grpSpPr>
            <p:sp>
              <p:nvSpPr>
                <p:cNvPr id="52477" name="Rectangle 48"/>
                <p:cNvSpPr>
                  <a:spLocks noChangeArrowheads="1"/>
                </p:cNvSpPr>
                <p:nvPr/>
              </p:nvSpPr>
              <p:spPr bwMode="auto">
                <a:xfrm>
                  <a:off x="1907" y="2533"/>
                  <a:ext cx="30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.87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78" name="Rectangle 204"/>
                <p:cNvSpPr>
                  <a:spLocks noChangeArrowheads="1"/>
                </p:cNvSpPr>
                <p:nvPr/>
              </p:nvSpPr>
              <p:spPr bwMode="auto">
                <a:xfrm>
                  <a:off x="1864" y="2533"/>
                  <a:ext cx="39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44" name="Group 207"/>
              <p:cNvGrpSpPr>
                <a:grpSpLocks/>
              </p:cNvGrpSpPr>
              <p:nvPr/>
            </p:nvGrpSpPr>
            <p:grpSpPr bwMode="auto">
              <a:xfrm>
                <a:off x="2259" y="2533"/>
                <a:ext cx="581" cy="403"/>
                <a:chOff x="2259" y="2533"/>
                <a:chExt cx="581" cy="403"/>
              </a:xfrm>
            </p:grpSpPr>
            <p:sp>
              <p:nvSpPr>
                <p:cNvPr id="52475" name="Rectangle 49"/>
                <p:cNvSpPr>
                  <a:spLocks noChangeArrowheads="1"/>
                </p:cNvSpPr>
                <p:nvPr/>
              </p:nvSpPr>
              <p:spPr bwMode="auto">
                <a:xfrm>
                  <a:off x="2302" y="2533"/>
                  <a:ext cx="49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76" name="Rectangle 206"/>
                <p:cNvSpPr>
                  <a:spLocks noChangeArrowheads="1"/>
                </p:cNvSpPr>
                <p:nvPr/>
              </p:nvSpPr>
              <p:spPr bwMode="auto">
                <a:xfrm>
                  <a:off x="2259" y="2533"/>
                  <a:ext cx="58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45" name="Group 209"/>
              <p:cNvGrpSpPr>
                <a:grpSpLocks/>
              </p:cNvGrpSpPr>
              <p:nvPr/>
            </p:nvGrpSpPr>
            <p:grpSpPr bwMode="auto">
              <a:xfrm>
                <a:off x="2840" y="2533"/>
                <a:ext cx="416" cy="403"/>
                <a:chOff x="2840" y="2533"/>
                <a:chExt cx="416" cy="403"/>
              </a:xfrm>
            </p:grpSpPr>
            <p:sp>
              <p:nvSpPr>
                <p:cNvPr id="52473" name="Rectangle 50"/>
                <p:cNvSpPr>
                  <a:spLocks noChangeArrowheads="1"/>
                </p:cNvSpPr>
                <p:nvPr/>
              </p:nvSpPr>
              <p:spPr bwMode="auto">
                <a:xfrm>
                  <a:off x="2883" y="2533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1.15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74" name="Rectangle 208"/>
                <p:cNvSpPr>
                  <a:spLocks noChangeArrowheads="1"/>
                </p:cNvSpPr>
                <p:nvPr/>
              </p:nvSpPr>
              <p:spPr bwMode="auto">
                <a:xfrm>
                  <a:off x="2840" y="2533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46" name="Group 211"/>
              <p:cNvGrpSpPr>
                <a:grpSpLocks/>
              </p:cNvGrpSpPr>
              <p:nvPr/>
            </p:nvGrpSpPr>
            <p:grpSpPr bwMode="auto">
              <a:xfrm>
                <a:off x="3256" y="2533"/>
                <a:ext cx="416" cy="403"/>
                <a:chOff x="3256" y="2533"/>
                <a:chExt cx="416" cy="403"/>
              </a:xfrm>
            </p:grpSpPr>
            <p:sp>
              <p:nvSpPr>
                <p:cNvPr id="52471" name="Rectangle 51"/>
                <p:cNvSpPr>
                  <a:spLocks noChangeArrowheads="1"/>
                </p:cNvSpPr>
                <p:nvPr/>
              </p:nvSpPr>
              <p:spPr bwMode="auto">
                <a:xfrm>
                  <a:off x="3299" y="2533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1.30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72" name="Rectangle 210"/>
                <p:cNvSpPr>
                  <a:spLocks noChangeArrowheads="1"/>
                </p:cNvSpPr>
                <p:nvPr/>
              </p:nvSpPr>
              <p:spPr bwMode="auto">
                <a:xfrm>
                  <a:off x="3256" y="2533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47" name="Group 213"/>
              <p:cNvGrpSpPr>
                <a:grpSpLocks/>
              </p:cNvGrpSpPr>
              <p:nvPr/>
            </p:nvGrpSpPr>
            <p:grpSpPr bwMode="auto">
              <a:xfrm>
                <a:off x="3672" y="2533"/>
                <a:ext cx="441" cy="403"/>
                <a:chOff x="3672" y="2533"/>
                <a:chExt cx="441" cy="403"/>
              </a:xfrm>
            </p:grpSpPr>
            <p:sp>
              <p:nvSpPr>
                <p:cNvPr id="52469" name="Rectangle 52"/>
                <p:cNvSpPr>
                  <a:spLocks noChangeArrowheads="1"/>
                </p:cNvSpPr>
                <p:nvPr/>
              </p:nvSpPr>
              <p:spPr bwMode="auto">
                <a:xfrm>
                  <a:off x="3715" y="2533"/>
                  <a:ext cx="35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1.30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70" name="Rectangle 212"/>
                <p:cNvSpPr>
                  <a:spLocks noChangeArrowheads="1"/>
                </p:cNvSpPr>
                <p:nvPr/>
              </p:nvSpPr>
              <p:spPr bwMode="auto">
                <a:xfrm>
                  <a:off x="3672" y="2533"/>
                  <a:ext cx="44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48" name="Group 215"/>
              <p:cNvGrpSpPr>
                <a:grpSpLocks/>
              </p:cNvGrpSpPr>
              <p:nvPr/>
            </p:nvGrpSpPr>
            <p:grpSpPr bwMode="auto">
              <a:xfrm>
                <a:off x="0" y="2936"/>
                <a:ext cx="1455" cy="403"/>
                <a:chOff x="0" y="2936"/>
                <a:chExt cx="1455" cy="403"/>
              </a:xfrm>
            </p:grpSpPr>
            <p:sp>
              <p:nvSpPr>
                <p:cNvPr id="52467" name="Rectangle 53"/>
                <p:cNvSpPr>
                  <a:spLocks noChangeArrowheads="1"/>
                </p:cNvSpPr>
                <p:nvPr/>
              </p:nvSpPr>
              <p:spPr bwMode="auto">
                <a:xfrm>
                  <a:off x="43" y="2936"/>
                  <a:ext cx="136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Comp Turn Around Time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68" name="Rectangle 214"/>
                <p:cNvSpPr>
                  <a:spLocks noChangeArrowheads="1"/>
                </p:cNvSpPr>
                <p:nvPr/>
              </p:nvSpPr>
              <p:spPr bwMode="auto">
                <a:xfrm>
                  <a:off x="0" y="2936"/>
                  <a:ext cx="145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49" name="Group 217"/>
              <p:cNvGrpSpPr>
                <a:grpSpLocks/>
              </p:cNvGrpSpPr>
              <p:nvPr/>
            </p:nvGrpSpPr>
            <p:grpSpPr bwMode="auto">
              <a:xfrm>
                <a:off x="1455" y="2936"/>
                <a:ext cx="409" cy="403"/>
                <a:chOff x="1455" y="2936"/>
                <a:chExt cx="409" cy="403"/>
              </a:xfrm>
            </p:grpSpPr>
            <p:sp>
              <p:nvSpPr>
                <p:cNvPr id="52465" name="Rectangle 54"/>
                <p:cNvSpPr>
                  <a:spLocks noChangeArrowheads="1"/>
                </p:cNvSpPr>
                <p:nvPr/>
              </p:nvSpPr>
              <p:spPr bwMode="auto">
                <a:xfrm>
                  <a:off x="1498" y="2936"/>
                  <a:ext cx="323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.87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66" name="Rectangle 216"/>
                <p:cNvSpPr>
                  <a:spLocks noChangeArrowheads="1"/>
                </p:cNvSpPr>
                <p:nvPr/>
              </p:nvSpPr>
              <p:spPr bwMode="auto">
                <a:xfrm>
                  <a:off x="1455" y="2936"/>
                  <a:ext cx="409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50" name="Group 219"/>
              <p:cNvGrpSpPr>
                <a:grpSpLocks/>
              </p:cNvGrpSpPr>
              <p:nvPr/>
            </p:nvGrpSpPr>
            <p:grpSpPr bwMode="auto">
              <a:xfrm>
                <a:off x="1864" y="2936"/>
                <a:ext cx="395" cy="403"/>
                <a:chOff x="1864" y="2936"/>
                <a:chExt cx="395" cy="403"/>
              </a:xfrm>
            </p:grpSpPr>
            <p:sp>
              <p:nvSpPr>
                <p:cNvPr id="52463" name="Rectangle 55"/>
                <p:cNvSpPr>
                  <a:spLocks noChangeArrowheads="1"/>
                </p:cNvSpPr>
                <p:nvPr/>
              </p:nvSpPr>
              <p:spPr bwMode="auto">
                <a:xfrm>
                  <a:off x="1907" y="2936"/>
                  <a:ext cx="30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.87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64" name="Rectangle 218"/>
                <p:cNvSpPr>
                  <a:spLocks noChangeArrowheads="1"/>
                </p:cNvSpPr>
                <p:nvPr/>
              </p:nvSpPr>
              <p:spPr bwMode="auto">
                <a:xfrm>
                  <a:off x="1864" y="2936"/>
                  <a:ext cx="39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51" name="Group 221"/>
              <p:cNvGrpSpPr>
                <a:grpSpLocks/>
              </p:cNvGrpSpPr>
              <p:nvPr/>
            </p:nvGrpSpPr>
            <p:grpSpPr bwMode="auto">
              <a:xfrm>
                <a:off x="2259" y="2936"/>
                <a:ext cx="581" cy="403"/>
                <a:chOff x="2259" y="2936"/>
                <a:chExt cx="581" cy="403"/>
              </a:xfrm>
            </p:grpSpPr>
            <p:sp>
              <p:nvSpPr>
                <p:cNvPr id="52461" name="Rectangle 56"/>
                <p:cNvSpPr>
                  <a:spLocks noChangeArrowheads="1"/>
                </p:cNvSpPr>
                <p:nvPr/>
              </p:nvSpPr>
              <p:spPr bwMode="auto">
                <a:xfrm>
                  <a:off x="2302" y="2936"/>
                  <a:ext cx="49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62" name="Rectangle 220"/>
                <p:cNvSpPr>
                  <a:spLocks noChangeArrowheads="1"/>
                </p:cNvSpPr>
                <p:nvPr/>
              </p:nvSpPr>
              <p:spPr bwMode="auto">
                <a:xfrm>
                  <a:off x="2259" y="2936"/>
                  <a:ext cx="58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52" name="Group 223"/>
              <p:cNvGrpSpPr>
                <a:grpSpLocks/>
              </p:cNvGrpSpPr>
              <p:nvPr/>
            </p:nvGrpSpPr>
            <p:grpSpPr bwMode="auto">
              <a:xfrm>
                <a:off x="2840" y="2936"/>
                <a:ext cx="416" cy="403"/>
                <a:chOff x="2840" y="2936"/>
                <a:chExt cx="416" cy="403"/>
              </a:xfrm>
            </p:grpSpPr>
            <p:sp>
              <p:nvSpPr>
                <p:cNvPr id="52459" name="Rectangle 57"/>
                <p:cNvSpPr>
                  <a:spLocks noChangeArrowheads="1"/>
                </p:cNvSpPr>
                <p:nvPr/>
              </p:nvSpPr>
              <p:spPr bwMode="auto">
                <a:xfrm>
                  <a:off x="2883" y="2936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1.07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60" name="Rectangle 222"/>
                <p:cNvSpPr>
                  <a:spLocks noChangeArrowheads="1"/>
                </p:cNvSpPr>
                <p:nvPr/>
              </p:nvSpPr>
              <p:spPr bwMode="auto">
                <a:xfrm>
                  <a:off x="2840" y="2936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53" name="Group 225"/>
              <p:cNvGrpSpPr>
                <a:grpSpLocks/>
              </p:cNvGrpSpPr>
              <p:nvPr/>
            </p:nvGrpSpPr>
            <p:grpSpPr bwMode="auto">
              <a:xfrm>
                <a:off x="3256" y="2936"/>
                <a:ext cx="416" cy="403"/>
                <a:chOff x="3256" y="2936"/>
                <a:chExt cx="416" cy="403"/>
              </a:xfrm>
            </p:grpSpPr>
            <p:sp>
              <p:nvSpPr>
                <p:cNvPr id="52457" name="Rectangle 58"/>
                <p:cNvSpPr>
                  <a:spLocks noChangeArrowheads="1"/>
                </p:cNvSpPr>
                <p:nvPr/>
              </p:nvSpPr>
              <p:spPr bwMode="auto">
                <a:xfrm>
                  <a:off x="3299" y="2936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1.15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58" name="Rectangle 224"/>
                <p:cNvSpPr>
                  <a:spLocks noChangeArrowheads="1"/>
                </p:cNvSpPr>
                <p:nvPr/>
              </p:nvSpPr>
              <p:spPr bwMode="auto">
                <a:xfrm>
                  <a:off x="3256" y="2936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54" name="Group 227"/>
              <p:cNvGrpSpPr>
                <a:grpSpLocks/>
              </p:cNvGrpSpPr>
              <p:nvPr/>
            </p:nvGrpSpPr>
            <p:grpSpPr bwMode="auto">
              <a:xfrm>
                <a:off x="3672" y="2936"/>
                <a:ext cx="441" cy="403"/>
                <a:chOff x="3672" y="2936"/>
                <a:chExt cx="441" cy="403"/>
              </a:xfrm>
            </p:grpSpPr>
            <p:sp>
              <p:nvSpPr>
                <p:cNvPr id="52455" name="Rectangle 59"/>
                <p:cNvSpPr>
                  <a:spLocks noChangeArrowheads="1"/>
                </p:cNvSpPr>
                <p:nvPr/>
              </p:nvSpPr>
              <p:spPr bwMode="auto">
                <a:xfrm>
                  <a:off x="3715" y="2936"/>
                  <a:ext cx="35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1.15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56" name="Rectangle 226"/>
                <p:cNvSpPr>
                  <a:spLocks noChangeArrowheads="1"/>
                </p:cNvSpPr>
                <p:nvPr/>
              </p:nvSpPr>
              <p:spPr bwMode="auto">
                <a:xfrm>
                  <a:off x="3672" y="2936"/>
                  <a:ext cx="44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255" name="Group 229"/>
              <p:cNvGrpSpPr>
                <a:grpSpLocks/>
              </p:cNvGrpSpPr>
              <p:nvPr/>
            </p:nvGrpSpPr>
            <p:grpSpPr bwMode="auto">
              <a:xfrm>
                <a:off x="0" y="3339"/>
                <a:ext cx="1455" cy="403"/>
                <a:chOff x="0" y="3339"/>
                <a:chExt cx="1455" cy="403"/>
              </a:xfrm>
            </p:grpSpPr>
            <p:sp>
              <p:nvSpPr>
                <p:cNvPr id="52453" name="Rectangle 60"/>
                <p:cNvSpPr>
                  <a:spLocks noChangeArrowheads="1"/>
                </p:cNvSpPr>
                <p:nvPr/>
              </p:nvSpPr>
              <p:spPr bwMode="auto">
                <a:xfrm>
                  <a:off x="43" y="3339"/>
                  <a:ext cx="136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Analyst Capability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54" name="Rectangle 228"/>
                <p:cNvSpPr>
                  <a:spLocks noChangeArrowheads="1"/>
                </p:cNvSpPr>
                <p:nvPr/>
              </p:nvSpPr>
              <p:spPr bwMode="auto">
                <a:xfrm>
                  <a:off x="0" y="3339"/>
                  <a:ext cx="145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20" name="Group 231"/>
              <p:cNvGrpSpPr>
                <a:grpSpLocks/>
              </p:cNvGrpSpPr>
              <p:nvPr/>
            </p:nvGrpSpPr>
            <p:grpSpPr bwMode="auto">
              <a:xfrm>
                <a:off x="1455" y="3339"/>
                <a:ext cx="409" cy="403"/>
                <a:chOff x="1455" y="3339"/>
                <a:chExt cx="409" cy="403"/>
              </a:xfrm>
            </p:grpSpPr>
            <p:sp>
              <p:nvSpPr>
                <p:cNvPr id="52451" name="Rectangle 61"/>
                <p:cNvSpPr>
                  <a:spLocks noChangeArrowheads="1"/>
                </p:cNvSpPr>
                <p:nvPr/>
              </p:nvSpPr>
              <p:spPr bwMode="auto">
                <a:xfrm>
                  <a:off x="1498" y="3339"/>
                  <a:ext cx="323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1.46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52" name="Rectangle 230"/>
                <p:cNvSpPr>
                  <a:spLocks noChangeArrowheads="1"/>
                </p:cNvSpPr>
                <p:nvPr/>
              </p:nvSpPr>
              <p:spPr bwMode="auto">
                <a:xfrm>
                  <a:off x="1455" y="3339"/>
                  <a:ext cx="409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21" name="Group 233"/>
              <p:cNvGrpSpPr>
                <a:grpSpLocks/>
              </p:cNvGrpSpPr>
              <p:nvPr/>
            </p:nvGrpSpPr>
            <p:grpSpPr bwMode="auto">
              <a:xfrm>
                <a:off x="1864" y="3339"/>
                <a:ext cx="395" cy="403"/>
                <a:chOff x="1864" y="3339"/>
                <a:chExt cx="395" cy="403"/>
              </a:xfrm>
            </p:grpSpPr>
            <p:sp>
              <p:nvSpPr>
                <p:cNvPr id="52449" name="Rectangle 62"/>
                <p:cNvSpPr>
                  <a:spLocks noChangeArrowheads="1"/>
                </p:cNvSpPr>
                <p:nvPr/>
              </p:nvSpPr>
              <p:spPr bwMode="auto">
                <a:xfrm>
                  <a:off x="1907" y="3339"/>
                  <a:ext cx="30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1.19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50" name="Rectangle 232"/>
                <p:cNvSpPr>
                  <a:spLocks noChangeArrowheads="1"/>
                </p:cNvSpPr>
                <p:nvPr/>
              </p:nvSpPr>
              <p:spPr bwMode="auto">
                <a:xfrm>
                  <a:off x="1864" y="3339"/>
                  <a:ext cx="39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22" name="Group 235"/>
              <p:cNvGrpSpPr>
                <a:grpSpLocks/>
              </p:cNvGrpSpPr>
              <p:nvPr/>
            </p:nvGrpSpPr>
            <p:grpSpPr bwMode="auto">
              <a:xfrm>
                <a:off x="2259" y="3339"/>
                <a:ext cx="581" cy="403"/>
                <a:chOff x="2259" y="3339"/>
                <a:chExt cx="581" cy="403"/>
              </a:xfrm>
            </p:grpSpPr>
            <p:sp>
              <p:nvSpPr>
                <p:cNvPr id="52447" name="Rectangle 63"/>
                <p:cNvSpPr>
                  <a:spLocks noChangeArrowheads="1"/>
                </p:cNvSpPr>
                <p:nvPr/>
              </p:nvSpPr>
              <p:spPr bwMode="auto">
                <a:xfrm>
                  <a:off x="2302" y="3339"/>
                  <a:ext cx="49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48" name="Rectangle 234"/>
                <p:cNvSpPr>
                  <a:spLocks noChangeArrowheads="1"/>
                </p:cNvSpPr>
                <p:nvPr/>
              </p:nvSpPr>
              <p:spPr bwMode="auto">
                <a:xfrm>
                  <a:off x="2259" y="3339"/>
                  <a:ext cx="58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23" name="Group 237"/>
              <p:cNvGrpSpPr>
                <a:grpSpLocks/>
              </p:cNvGrpSpPr>
              <p:nvPr/>
            </p:nvGrpSpPr>
            <p:grpSpPr bwMode="auto">
              <a:xfrm>
                <a:off x="2840" y="3339"/>
                <a:ext cx="416" cy="403"/>
                <a:chOff x="2840" y="3339"/>
                <a:chExt cx="416" cy="403"/>
              </a:xfrm>
            </p:grpSpPr>
            <p:sp>
              <p:nvSpPr>
                <p:cNvPr id="52445" name="Rectangle 64"/>
                <p:cNvSpPr>
                  <a:spLocks noChangeArrowheads="1"/>
                </p:cNvSpPr>
                <p:nvPr/>
              </p:nvSpPr>
              <p:spPr bwMode="auto">
                <a:xfrm>
                  <a:off x="2883" y="3339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.86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46" name="Rectangle 236"/>
                <p:cNvSpPr>
                  <a:spLocks noChangeArrowheads="1"/>
                </p:cNvSpPr>
                <p:nvPr/>
              </p:nvSpPr>
              <p:spPr bwMode="auto">
                <a:xfrm>
                  <a:off x="2840" y="3339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24" name="Group 239"/>
              <p:cNvGrpSpPr>
                <a:grpSpLocks/>
              </p:cNvGrpSpPr>
              <p:nvPr/>
            </p:nvGrpSpPr>
            <p:grpSpPr bwMode="auto">
              <a:xfrm>
                <a:off x="3256" y="3339"/>
                <a:ext cx="416" cy="403"/>
                <a:chOff x="3256" y="3339"/>
                <a:chExt cx="416" cy="403"/>
              </a:xfrm>
            </p:grpSpPr>
            <p:sp>
              <p:nvSpPr>
                <p:cNvPr id="52443" name="Rectangle 65"/>
                <p:cNvSpPr>
                  <a:spLocks noChangeArrowheads="1"/>
                </p:cNvSpPr>
                <p:nvPr/>
              </p:nvSpPr>
              <p:spPr bwMode="auto">
                <a:xfrm>
                  <a:off x="3299" y="3339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.71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44" name="Rectangle 238"/>
                <p:cNvSpPr>
                  <a:spLocks noChangeArrowheads="1"/>
                </p:cNvSpPr>
                <p:nvPr/>
              </p:nvSpPr>
              <p:spPr bwMode="auto">
                <a:xfrm>
                  <a:off x="3256" y="3339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25" name="Group 241"/>
              <p:cNvGrpSpPr>
                <a:grpSpLocks/>
              </p:cNvGrpSpPr>
              <p:nvPr/>
            </p:nvGrpSpPr>
            <p:grpSpPr bwMode="auto">
              <a:xfrm>
                <a:off x="3672" y="3339"/>
                <a:ext cx="441" cy="403"/>
                <a:chOff x="3672" y="3339"/>
                <a:chExt cx="441" cy="403"/>
              </a:xfrm>
            </p:grpSpPr>
            <p:sp>
              <p:nvSpPr>
                <p:cNvPr id="52441" name="Rectangle 66"/>
                <p:cNvSpPr>
                  <a:spLocks noChangeArrowheads="1"/>
                </p:cNvSpPr>
                <p:nvPr/>
              </p:nvSpPr>
              <p:spPr bwMode="auto">
                <a:xfrm>
                  <a:off x="3715" y="3339"/>
                  <a:ext cx="35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.71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42" name="Rectangle 240"/>
                <p:cNvSpPr>
                  <a:spLocks noChangeArrowheads="1"/>
                </p:cNvSpPr>
                <p:nvPr/>
              </p:nvSpPr>
              <p:spPr bwMode="auto">
                <a:xfrm>
                  <a:off x="3672" y="3339"/>
                  <a:ext cx="44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26" name="Group 243"/>
              <p:cNvGrpSpPr>
                <a:grpSpLocks/>
              </p:cNvGrpSpPr>
              <p:nvPr/>
            </p:nvGrpSpPr>
            <p:grpSpPr bwMode="auto">
              <a:xfrm>
                <a:off x="0" y="3742"/>
                <a:ext cx="1455" cy="403"/>
                <a:chOff x="0" y="3742"/>
                <a:chExt cx="1455" cy="403"/>
              </a:xfrm>
            </p:grpSpPr>
            <p:sp>
              <p:nvSpPr>
                <p:cNvPr id="52439" name="Rectangle 67"/>
                <p:cNvSpPr>
                  <a:spLocks noChangeArrowheads="1"/>
                </p:cNvSpPr>
                <p:nvPr/>
              </p:nvSpPr>
              <p:spPr bwMode="auto">
                <a:xfrm>
                  <a:off x="43" y="3742"/>
                  <a:ext cx="136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b="1" dirty="0">
                      <a:latin typeface="Arial" pitchFamily="34" charset="0"/>
                      <a:cs typeface="Arial" pitchFamily="34" charset="0"/>
                    </a:rPr>
                    <a:t>Application Experience</a:t>
                  </a:r>
                  <a:endParaRPr lang="en-CA" sz="1200" dirty="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 dirty="0"/>
                </a:p>
              </p:txBody>
            </p:sp>
            <p:sp>
              <p:nvSpPr>
                <p:cNvPr id="52440" name="Rectangle 242"/>
                <p:cNvSpPr>
                  <a:spLocks noChangeArrowheads="1"/>
                </p:cNvSpPr>
                <p:nvPr/>
              </p:nvSpPr>
              <p:spPr bwMode="auto">
                <a:xfrm>
                  <a:off x="0" y="3742"/>
                  <a:ext cx="145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27" name="Group 245"/>
              <p:cNvGrpSpPr>
                <a:grpSpLocks/>
              </p:cNvGrpSpPr>
              <p:nvPr/>
            </p:nvGrpSpPr>
            <p:grpSpPr bwMode="auto">
              <a:xfrm>
                <a:off x="1455" y="3742"/>
                <a:ext cx="409" cy="403"/>
                <a:chOff x="1455" y="3742"/>
                <a:chExt cx="409" cy="403"/>
              </a:xfrm>
            </p:grpSpPr>
            <p:sp>
              <p:nvSpPr>
                <p:cNvPr id="52437" name="Rectangle 68"/>
                <p:cNvSpPr>
                  <a:spLocks noChangeArrowheads="1"/>
                </p:cNvSpPr>
                <p:nvPr/>
              </p:nvSpPr>
              <p:spPr bwMode="auto">
                <a:xfrm>
                  <a:off x="1498" y="3742"/>
                  <a:ext cx="323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dirty="0">
                      <a:latin typeface="Arial" pitchFamily="34" charset="0"/>
                      <a:cs typeface="Arial" pitchFamily="34" charset="0"/>
                    </a:rPr>
                    <a:t>1.29</a:t>
                  </a:r>
                  <a:endParaRPr lang="en-CA" sz="1200" dirty="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 dirty="0"/>
                </a:p>
              </p:txBody>
            </p:sp>
            <p:sp>
              <p:nvSpPr>
                <p:cNvPr id="52438" name="Rectangle 244"/>
                <p:cNvSpPr>
                  <a:spLocks noChangeArrowheads="1"/>
                </p:cNvSpPr>
                <p:nvPr/>
              </p:nvSpPr>
              <p:spPr bwMode="auto">
                <a:xfrm>
                  <a:off x="1455" y="3742"/>
                  <a:ext cx="409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28" name="Group 247"/>
              <p:cNvGrpSpPr>
                <a:grpSpLocks/>
              </p:cNvGrpSpPr>
              <p:nvPr/>
            </p:nvGrpSpPr>
            <p:grpSpPr bwMode="auto">
              <a:xfrm>
                <a:off x="1864" y="3742"/>
                <a:ext cx="395" cy="403"/>
                <a:chOff x="1864" y="3742"/>
                <a:chExt cx="395" cy="403"/>
              </a:xfrm>
            </p:grpSpPr>
            <p:sp>
              <p:nvSpPr>
                <p:cNvPr id="52435" name="Rectangle 69"/>
                <p:cNvSpPr>
                  <a:spLocks noChangeArrowheads="1"/>
                </p:cNvSpPr>
                <p:nvPr/>
              </p:nvSpPr>
              <p:spPr bwMode="auto">
                <a:xfrm>
                  <a:off x="1907" y="3742"/>
                  <a:ext cx="30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1.13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36" name="Rectangle 246"/>
                <p:cNvSpPr>
                  <a:spLocks noChangeArrowheads="1"/>
                </p:cNvSpPr>
                <p:nvPr/>
              </p:nvSpPr>
              <p:spPr bwMode="auto">
                <a:xfrm>
                  <a:off x="1864" y="3742"/>
                  <a:ext cx="39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29" name="Group 249"/>
              <p:cNvGrpSpPr>
                <a:grpSpLocks/>
              </p:cNvGrpSpPr>
              <p:nvPr/>
            </p:nvGrpSpPr>
            <p:grpSpPr bwMode="auto">
              <a:xfrm>
                <a:off x="2259" y="3742"/>
                <a:ext cx="581" cy="403"/>
                <a:chOff x="2259" y="3742"/>
                <a:chExt cx="581" cy="403"/>
              </a:xfrm>
            </p:grpSpPr>
            <p:sp>
              <p:nvSpPr>
                <p:cNvPr id="52433" name="Rectangle 70"/>
                <p:cNvSpPr>
                  <a:spLocks noChangeArrowheads="1"/>
                </p:cNvSpPr>
                <p:nvPr/>
              </p:nvSpPr>
              <p:spPr bwMode="auto">
                <a:xfrm>
                  <a:off x="2302" y="3742"/>
                  <a:ext cx="49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34" name="Rectangle 248"/>
                <p:cNvSpPr>
                  <a:spLocks noChangeArrowheads="1"/>
                </p:cNvSpPr>
                <p:nvPr/>
              </p:nvSpPr>
              <p:spPr bwMode="auto">
                <a:xfrm>
                  <a:off x="2259" y="3742"/>
                  <a:ext cx="58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30" name="Group 251"/>
              <p:cNvGrpSpPr>
                <a:grpSpLocks/>
              </p:cNvGrpSpPr>
              <p:nvPr/>
            </p:nvGrpSpPr>
            <p:grpSpPr bwMode="auto">
              <a:xfrm>
                <a:off x="2840" y="3742"/>
                <a:ext cx="416" cy="403"/>
                <a:chOff x="2840" y="3742"/>
                <a:chExt cx="416" cy="403"/>
              </a:xfrm>
            </p:grpSpPr>
            <p:sp>
              <p:nvSpPr>
                <p:cNvPr id="52431" name="Rectangle 71"/>
                <p:cNvSpPr>
                  <a:spLocks noChangeArrowheads="1"/>
                </p:cNvSpPr>
                <p:nvPr/>
              </p:nvSpPr>
              <p:spPr bwMode="auto">
                <a:xfrm>
                  <a:off x="2883" y="3742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dirty="0">
                      <a:latin typeface="Arial" pitchFamily="34" charset="0"/>
                      <a:cs typeface="Arial" pitchFamily="34" charset="0"/>
                    </a:rPr>
                    <a:t>.91</a:t>
                  </a:r>
                  <a:endParaRPr lang="en-CA" sz="1200" dirty="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 dirty="0"/>
                </a:p>
              </p:txBody>
            </p:sp>
            <p:sp>
              <p:nvSpPr>
                <p:cNvPr id="52432" name="Rectangle 250"/>
                <p:cNvSpPr>
                  <a:spLocks noChangeArrowheads="1"/>
                </p:cNvSpPr>
                <p:nvPr/>
              </p:nvSpPr>
              <p:spPr bwMode="auto">
                <a:xfrm>
                  <a:off x="2840" y="3742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31" name="Group 253"/>
              <p:cNvGrpSpPr>
                <a:grpSpLocks/>
              </p:cNvGrpSpPr>
              <p:nvPr/>
            </p:nvGrpSpPr>
            <p:grpSpPr bwMode="auto">
              <a:xfrm>
                <a:off x="3256" y="3742"/>
                <a:ext cx="416" cy="403"/>
                <a:chOff x="3256" y="3742"/>
                <a:chExt cx="416" cy="403"/>
              </a:xfrm>
            </p:grpSpPr>
            <p:sp>
              <p:nvSpPr>
                <p:cNvPr id="52429" name="Rectangle 72"/>
                <p:cNvSpPr>
                  <a:spLocks noChangeArrowheads="1"/>
                </p:cNvSpPr>
                <p:nvPr/>
              </p:nvSpPr>
              <p:spPr bwMode="auto">
                <a:xfrm>
                  <a:off x="3299" y="3742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.82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30" name="Rectangle 252"/>
                <p:cNvSpPr>
                  <a:spLocks noChangeArrowheads="1"/>
                </p:cNvSpPr>
                <p:nvPr/>
              </p:nvSpPr>
              <p:spPr bwMode="auto">
                <a:xfrm>
                  <a:off x="3256" y="3742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32" name="Group 255"/>
              <p:cNvGrpSpPr>
                <a:grpSpLocks/>
              </p:cNvGrpSpPr>
              <p:nvPr/>
            </p:nvGrpSpPr>
            <p:grpSpPr bwMode="auto">
              <a:xfrm>
                <a:off x="3672" y="3742"/>
                <a:ext cx="441" cy="403"/>
                <a:chOff x="3672" y="3742"/>
                <a:chExt cx="441" cy="403"/>
              </a:xfrm>
            </p:grpSpPr>
            <p:sp>
              <p:nvSpPr>
                <p:cNvPr id="52427" name="Rectangle 73"/>
                <p:cNvSpPr>
                  <a:spLocks noChangeArrowheads="1"/>
                </p:cNvSpPr>
                <p:nvPr/>
              </p:nvSpPr>
              <p:spPr bwMode="auto">
                <a:xfrm>
                  <a:off x="3715" y="3742"/>
                  <a:ext cx="35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.82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28" name="Rectangle 254"/>
                <p:cNvSpPr>
                  <a:spLocks noChangeArrowheads="1"/>
                </p:cNvSpPr>
                <p:nvPr/>
              </p:nvSpPr>
              <p:spPr bwMode="auto">
                <a:xfrm>
                  <a:off x="3672" y="3742"/>
                  <a:ext cx="44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33" name="Group 257"/>
              <p:cNvGrpSpPr>
                <a:grpSpLocks/>
              </p:cNvGrpSpPr>
              <p:nvPr/>
            </p:nvGrpSpPr>
            <p:grpSpPr bwMode="auto">
              <a:xfrm>
                <a:off x="0" y="4145"/>
                <a:ext cx="1455" cy="403"/>
                <a:chOff x="0" y="4145"/>
                <a:chExt cx="1455" cy="403"/>
              </a:xfrm>
            </p:grpSpPr>
            <p:sp>
              <p:nvSpPr>
                <p:cNvPr id="52425" name="Rectangle 74"/>
                <p:cNvSpPr>
                  <a:spLocks noChangeArrowheads="1"/>
                </p:cNvSpPr>
                <p:nvPr/>
              </p:nvSpPr>
              <p:spPr bwMode="auto">
                <a:xfrm>
                  <a:off x="43" y="4145"/>
                  <a:ext cx="136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Programmers Capability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26" name="Rectangle 256"/>
                <p:cNvSpPr>
                  <a:spLocks noChangeArrowheads="1"/>
                </p:cNvSpPr>
                <p:nvPr/>
              </p:nvSpPr>
              <p:spPr bwMode="auto">
                <a:xfrm>
                  <a:off x="0" y="4145"/>
                  <a:ext cx="145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34" name="Group 259"/>
              <p:cNvGrpSpPr>
                <a:grpSpLocks/>
              </p:cNvGrpSpPr>
              <p:nvPr/>
            </p:nvGrpSpPr>
            <p:grpSpPr bwMode="auto">
              <a:xfrm>
                <a:off x="1455" y="4145"/>
                <a:ext cx="409" cy="403"/>
                <a:chOff x="1455" y="4145"/>
                <a:chExt cx="409" cy="403"/>
              </a:xfrm>
            </p:grpSpPr>
            <p:sp>
              <p:nvSpPr>
                <p:cNvPr id="52423" name="Rectangle 75"/>
                <p:cNvSpPr>
                  <a:spLocks noChangeArrowheads="1"/>
                </p:cNvSpPr>
                <p:nvPr/>
              </p:nvSpPr>
              <p:spPr bwMode="auto">
                <a:xfrm>
                  <a:off x="1498" y="4145"/>
                  <a:ext cx="323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1.42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24" name="Rectangle 258"/>
                <p:cNvSpPr>
                  <a:spLocks noChangeArrowheads="1"/>
                </p:cNvSpPr>
                <p:nvPr/>
              </p:nvSpPr>
              <p:spPr bwMode="auto">
                <a:xfrm>
                  <a:off x="1455" y="4145"/>
                  <a:ext cx="409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35" name="Group 261"/>
              <p:cNvGrpSpPr>
                <a:grpSpLocks/>
              </p:cNvGrpSpPr>
              <p:nvPr/>
            </p:nvGrpSpPr>
            <p:grpSpPr bwMode="auto">
              <a:xfrm>
                <a:off x="1864" y="4145"/>
                <a:ext cx="395" cy="403"/>
                <a:chOff x="1864" y="4145"/>
                <a:chExt cx="395" cy="403"/>
              </a:xfrm>
            </p:grpSpPr>
            <p:sp>
              <p:nvSpPr>
                <p:cNvPr id="52421" name="Rectangle 76"/>
                <p:cNvSpPr>
                  <a:spLocks noChangeArrowheads="1"/>
                </p:cNvSpPr>
                <p:nvPr/>
              </p:nvSpPr>
              <p:spPr bwMode="auto">
                <a:xfrm>
                  <a:off x="1907" y="4145"/>
                  <a:ext cx="30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1.17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22" name="Rectangle 260"/>
                <p:cNvSpPr>
                  <a:spLocks noChangeArrowheads="1"/>
                </p:cNvSpPr>
                <p:nvPr/>
              </p:nvSpPr>
              <p:spPr bwMode="auto">
                <a:xfrm>
                  <a:off x="1864" y="4145"/>
                  <a:ext cx="39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36" name="Group 263"/>
              <p:cNvGrpSpPr>
                <a:grpSpLocks/>
              </p:cNvGrpSpPr>
              <p:nvPr/>
            </p:nvGrpSpPr>
            <p:grpSpPr bwMode="auto">
              <a:xfrm>
                <a:off x="2259" y="4145"/>
                <a:ext cx="581" cy="403"/>
                <a:chOff x="2259" y="4145"/>
                <a:chExt cx="581" cy="403"/>
              </a:xfrm>
            </p:grpSpPr>
            <p:sp>
              <p:nvSpPr>
                <p:cNvPr id="52419" name="Rectangle 77"/>
                <p:cNvSpPr>
                  <a:spLocks noChangeArrowheads="1"/>
                </p:cNvSpPr>
                <p:nvPr/>
              </p:nvSpPr>
              <p:spPr bwMode="auto">
                <a:xfrm>
                  <a:off x="2302" y="4145"/>
                  <a:ext cx="49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20" name="Rectangle 262"/>
                <p:cNvSpPr>
                  <a:spLocks noChangeArrowheads="1"/>
                </p:cNvSpPr>
                <p:nvPr/>
              </p:nvSpPr>
              <p:spPr bwMode="auto">
                <a:xfrm>
                  <a:off x="2259" y="4145"/>
                  <a:ext cx="58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37" name="Group 265"/>
              <p:cNvGrpSpPr>
                <a:grpSpLocks/>
              </p:cNvGrpSpPr>
              <p:nvPr/>
            </p:nvGrpSpPr>
            <p:grpSpPr bwMode="auto">
              <a:xfrm>
                <a:off x="2840" y="4145"/>
                <a:ext cx="416" cy="403"/>
                <a:chOff x="2840" y="4145"/>
                <a:chExt cx="416" cy="403"/>
              </a:xfrm>
            </p:grpSpPr>
            <p:sp>
              <p:nvSpPr>
                <p:cNvPr id="52417" name="Rectangle 78"/>
                <p:cNvSpPr>
                  <a:spLocks noChangeArrowheads="1"/>
                </p:cNvSpPr>
                <p:nvPr/>
              </p:nvSpPr>
              <p:spPr bwMode="auto">
                <a:xfrm>
                  <a:off x="2883" y="4145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.86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18" name="Rectangle 264"/>
                <p:cNvSpPr>
                  <a:spLocks noChangeArrowheads="1"/>
                </p:cNvSpPr>
                <p:nvPr/>
              </p:nvSpPr>
              <p:spPr bwMode="auto">
                <a:xfrm>
                  <a:off x="2840" y="4145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38" name="Group 267"/>
              <p:cNvGrpSpPr>
                <a:grpSpLocks/>
              </p:cNvGrpSpPr>
              <p:nvPr/>
            </p:nvGrpSpPr>
            <p:grpSpPr bwMode="auto">
              <a:xfrm>
                <a:off x="3256" y="4145"/>
                <a:ext cx="416" cy="403"/>
                <a:chOff x="3256" y="4145"/>
                <a:chExt cx="416" cy="403"/>
              </a:xfrm>
            </p:grpSpPr>
            <p:sp>
              <p:nvSpPr>
                <p:cNvPr id="52415" name="Rectangle 79"/>
                <p:cNvSpPr>
                  <a:spLocks noChangeArrowheads="1"/>
                </p:cNvSpPr>
                <p:nvPr/>
              </p:nvSpPr>
              <p:spPr bwMode="auto">
                <a:xfrm>
                  <a:off x="3299" y="4145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.70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16" name="Rectangle 266"/>
                <p:cNvSpPr>
                  <a:spLocks noChangeArrowheads="1"/>
                </p:cNvSpPr>
                <p:nvPr/>
              </p:nvSpPr>
              <p:spPr bwMode="auto">
                <a:xfrm>
                  <a:off x="3256" y="4145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39" name="Group 269"/>
              <p:cNvGrpSpPr>
                <a:grpSpLocks/>
              </p:cNvGrpSpPr>
              <p:nvPr/>
            </p:nvGrpSpPr>
            <p:grpSpPr bwMode="auto">
              <a:xfrm>
                <a:off x="3672" y="4145"/>
                <a:ext cx="441" cy="403"/>
                <a:chOff x="3672" y="4145"/>
                <a:chExt cx="441" cy="403"/>
              </a:xfrm>
            </p:grpSpPr>
            <p:sp>
              <p:nvSpPr>
                <p:cNvPr id="52413" name="Rectangle 80"/>
                <p:cNvSpPr>
                  <a:spLocks noChangeArrowheads="1"/>
                </p:cNvSpPr>
                <p:nvPr/>
              </p:nvSpPr>
              <p:spPr bwMode="auto">
                <a:xfrm>
                  <a:off x="3715" y="4145"/>
                  <a:ext cx="35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.70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414" name="Rectangle 268"/>
                <p:cNvSpPr>
                  <a:spLocks noChangeArrowheads="1"/>
                </p:cNvSpPr>
                <p:nvPr/>
              </p:nvSpPr>
              <p:spPr bwMode="auto">
                <a:xfrm>
                  <a:off x="3672" y="4145"/>
                  <a:ext cx="44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40" name="Group 271"/>
              <p:cNvGrpSpPr>
                <a:grpSpLocks/>
              </p:cNvGrpSpPr>
              <p:nvPr/>
            </p:nvGrpSpPr>
            <p:grpSpPr bwMode="auto">
              <a:xfrm>
                <a:off x="0" y="4548"/>
                <a:ext cx="1455" cy="403"/>
                <a:chOff x="0" y="4548"/>
                <a:chExt cx="1455" cy="403"/>
              </a:xfrm>
            </p:grpSpPr>
            <p:sp>
              <p:nvSpPr>
                <p:cNvPr id="52411" name="Rectangle 81"/>
                <p:cNvSpPr>
                  <a:spLocks noChangeArrowheads="1"/>
                </p:cNvSpPr>
                <p:nvPr/>
              </p:nvSpPr>
              <p:spPr bwMode="auto">
                <a:xfrm>
                  <a:off x="43" y="4548"/>
                  <a:ext cx="136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Virtual machine Experience</a:t>
                  </a:r>
                  <a:endParaRPr lang="en-CA"/>
                </a:p>
              </p:txBody>
            </p:sp>
            <p:sp>
              <p:nvSpPr>
                <p:cNvPr id="52412" name="Rectangle 270"/>
                <p:cNvSpPr>
                  <a:spLocks noChangeArrowheads="1"/>
                </p:cNvSpPr>
                <p:nvPr/>
              </p:nvSpPr>
              <p:spPr bwMode="auto">
                <a:xfrm>
                  <a:off x="0" y="4548"/>
                  <a:ext cx="145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41" name="Group 273"/>
              <p:cNvGrpSpPr>
                <a:grpSpLocks/>
              </p:cNvGrpSpPr>
              <p:nvPr/>
            </p:nvGrpSpPr>
            <p:grpSpPr bwMode="auto">
              <a:xfrm>
                <a:off x="1455" y="4548"/>
                <a:ext cx="409" cy="403"/>
                <a:chOff x="1455" y="4548"/>
                <a:chExt cx="409" cy="403"/>
              </a:xfrm>
            </p:grpSpPr>
            <p:sp>
              <p:nvSpPr>
                <p:cNvPr id="52409" name="Rectangle 82"/>
                <p:cNvSpPr>
                  <a:spLocks noChangeArrowheads="1"/>
                </p:cNvSpPr>
                <p:nvPr/>
              </p:nvSpPr>
              <p:spPr bwMode="auto">
                <a:xfrm>
                  <a:off x="1498" y="4548"/>
                  <a:ext cx="323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1.21</a:t>
                  </a:r>
                  <a:endParaRPr lang="en-CA"/>
                </a:p>
              </p:txBody>
            </p:sp>
            <p:sp>
              <p:nvSpPr>
                <p:cNvPr id="52410" name="Rectangle 272"/>
                <p:cNvSpPr>
                  <a:spLocks noChangeArrowheads="1"/>
                </p:cNvSpPr>
                <p:nvPr/>
              </p:nvSpPr>
              <p:spPr bwMode="auto">
                <a:xfrm>
                  <a:off x="1455" y="4548"/>
                  <a:ext cx="409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342" name="Group 275"/>
              <p:cNvGrpSpPr>
                <a:grpSpLocks/>
              </p:cNvGrpSpPr>
              <p:nvPr/>
            </p:nvGrpSpPr>
            <p:grpSpPr bwMode="auto">
              <a:xfrm>
                <a:off x="1864" y="4548"/>
                <a:ext cx="395" cy="403"/>
                <a:chOff x="1864" y="4548"/>
                <a:chExt cx="395" cy="403"/>
              </a:xfrm>
            </p:grpSpPr>
            <p:sp>
              <p:nvSpPr>
                <p:cNvPr id="52407" name="Rectangle 83"/>
                <p:cNvSpPr>
                  <a:spLocks noChangeArrowheads="1"/>
                </p:cNvSpPr>
                <p:nvPr/>
              </p:nvSpPr>
              <p:spPr bwMode="auto">
                <a:xfrm>
                  <a:off x="1907" y="4548"/>
                  <a:ext cx="30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1.10</a:t>
                  </a:r>
                  <a:endParaRPr lang="en-CA"/>
                </a:p>
              </p:txBody>
            </p:sp>
            <p:sp>
              <p:nvSpPr>
                <p:cNvPr id="52408" name="Rectangle 274"/>
                <p:cNvSpPr>
                  <a:spLocks noChangeArrowheads="1"/>
                </p:cNvSpPr>
                <p:nvPr/>
              </p:nvSpPr>
              <p:spPr bwMode="auto">
                <a:xfrm>
                  <a:off x="1864" y="4548"/>
                  <a:ext cx="39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67" name="Group 277"/>
              <p:cNvGrpSpPr>
                <a:grpSpLocks/>
              </p:cNvGrpSpPr>
              <p:nvPr/>
            </p:nvGrpSpPr>
            <p:grpSpPr bwMode="auto">
              <a:xfrm>
                <a:off x="2259" y="4548"/>
                <a:ext cx="581" cy="403"/>
                <a:chOff x="2259" y="4548"/>
                <a:chExt cx="581" cy="403"/>
              </a:xfrm>
            </p:grpSpPr>
            <p:sp>
              <p:nvSpPr>
                <p:cNvPr id="52405" name="Rectangle 84"/>
                <p:cNvSpPr>
                  <a:spLocks noChangeArrowheads="1"/>
                </p:cNvSpPr>
                <p:nvPr/>
              </p:nvSpPr>
              <p:spPr bwMode="auto">
                <a:xfrm>
                  <a:off x="2302" y="4548"/>
                  <a:ext cx="49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1.00</a:t>
                  </a:r>
                  <a:endParaRPr lang="en-CA"/>
                </a:p>
              </p:txBody>
            </p:sp>
            <p:sp>
              <p:nvSpPr>
                <p:cNvPr id="52406" name="Rectangle 276"/>
                <p:cNvSpPr>
                  <a:spLocks noChangeArrowheads="1"/>
                </p:cNvSpPr>
                <p:nvPr/>
              </p:nvSpPr>
              <p:spPr bwMode="auto">
                <a:xfrm>
                  <a:off x="2259" y="4548"/>
                  <a:ext cx="58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68" name="Group 279"/>
              <p:cNvGrpSpPr>
                <a:grpSpLocks/>
              </p:cNvGrpSpPr>
              <p:nvPr/>
            </p:nvGrpSpPr>
            <p:grpSpPr bwMode="auto">
              <a:xfrm>
                <a:off x="2840" y="4548"/>
                <a:ext cx="416" cy="403"/>
                <a:chOff x="2840" y="4548"/>
                <a:chExt cx="416" cy="403"/>
              </a:xfrm>
            </p:grpSpPr>
            <p:sp>
              <p:nvSpPr>
                <p:cNvPr id="52403" name="Rectangle 85"/>
                <p:cNvSpPr>
                  <a:spLocks noChangeArrowheads="1"/>
                </p:cNvSpPr>
                <p:nvPr/>
              </p:nvSpPr>
              <p:spPr bwMode="auto">
                <a:xfrm>
                  <a:off x="2883" y="4548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.90</a:t>
                  </a:r>
                  <a:endParaRPr lang="en-CA"/>
                </a:p>
              </p:txBody>
            </p:sp>
            <p:sp>
              <p:nvSpPr>
                <p:cNvPr id="52404" name="Rectangle 278"/>
                <p:cNvSpPr>
                  <a:spLocks noChangeArrowheads="1"/>
                </p:cNvSpPr>
                <p:nvPr/>
              </p:nvSpPr>
              <p:spPr bwMode="auto">
                <a:xfrm>
                  <a:off x="2840" y="4548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69" name="Group 281"/>
              <p:cNvGrpSpPr>
                <a:grpSpLocks/>
              </p:cNvGrpSpPr>
              <p:nvPr/>
            </p:nvGrpSpPr>
            <p:grpSpPr bwMode="auto">
              <a:xfrm>
                <a:off x="3256" y="4548"/>
                <a:ext cx="416" cy="403"/>
                <a:chOff x="3256" y="4548"/>
                <a:chExt cx="416" cy="403"/>
              </a:xfrm>
            </p:grpSpPr>
            <p:sp>
              <p:nvSpPr>
                <p:cNvPr id="52401" name="Rectangle 86"/>
                <p:cNvSpPr>
                  <a:spLocks noChangeArrowheads="1"/>
                </p:cNvSpPr>
                <p:nvPr/>
              </p:nvSpPr>
              <p:spPr bwMode="auto">
                <a:xfrm>
                  <a:off x="3299" y="4548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.90</a:t>
                  </a:r>
                  <a:endParaRPr lang="en-CA"/>
                </a:p>
              </p:txBody>
            </p:sp>
            <p:sp>
              <p:nvSpPr>
                <p:cNvPr id="52402" name="Rectangle 280"/>
                <p:cNvSpPr>
                  <a:spLocks noChangeArrowheads="1"/>
                </p:cNvSpPr>
                <p:nvPr/>
              </p:nvSpPr>
              <p:spPr bwMode="auto">
                <a:xfrm>
                  <a:off x="3256" y="4548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70" name="Group 283"/>
              <p:cNvGrpSpPr>
                <a:grpSpLocks/>
              </p:cNvGrpSpPr>
              <p:nvPr/>
            </p:nvGrpSpPr>
            <p:grpSpPr bwMode="auto">
              <a:xfrm>
                <a:off x="3672" y="4548"/>
                <a:ext cx="441" cy="403"/>
                <a:chOff x="3672" y="4548"/>
                <a:chExt cx="441" cy="403"/>
              </a:xfrm>
            </p:grpSpPr>
            <p:sp>
              <p:nvSpPr>
                <p:cNvPr id="52399" name="Rectangle 87"/>
                <p:cNvSpPr>
                  <a:spLocks noChangeArrowheads="1"/>
                </p:cNvSpPr>
                <p:nvPr/>
              </p:nvSpPr>
              <p:spPr bwMode="auto">
                <a:xfrm>
                  <a:off x="3715" y="4548"/>
                  <a:ext cx="35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.90</a:t>
                  </a:r>
                  <a:endParaRPr lang="en-CA"/>
                </a:p>
              </p:txBody>
            </p:sp>
            <p:sp>
              <p:nvSpPr>
                <p:cNvPr id="52400" name="Rectangle 282"/>
                <p:cNvSpPr>
                  <a:spLocks noChangeArrowheads="1"/>
                </p:cNvSpPr>
                <p:nvPr/>
              </p:nvSpPr>
              <p:spPr bwMode="auto">
                <a:xfrm>
                  <a:off x="3672" y="4548"/>
                  <a:ext cx="44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71" name="Group 285"/>
              <p:cNvGrpSpPr>
                <a:grpSpLocks/>
              </p:cNvGrpSpPr>
              <p:nvPr/>
            </p:nvGrpSpPr>
            <p:grpSpPr bwMode="auto">
              <a:xfrm>
                <a:off x="0" y="4951"/>
                <a:ext cx="1455" cy="403"/>
                <a:chOff x="0" y="4951"/>
                <a:chExt cx="1455" cy="403"/>
              </a:xfrm>
            </p:grpSpPr>
            <p:sp>
              <p:nvSpPr>
                <p:cNvPr id="52397" name="Rectangle 88"/>
                <p:cNvSpPr>
                  <a:spLocks noChangeArrowheads="1"/>
                </p:cNvSpPr>
                <p:nvPr/>
              </p:nvSpPr>
              <p:spPr bwMode="auto">
                <a:xfrm>
                  <a:off x="43" y="4951"/>
                  <a:ext cx="136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Language Experience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98" name="Rectangle 284"/>
                <p:cNvSpPr>
                  <a:spLocks noChangeArrowheads="1"/>
                </p:cNvSpPr>
                <p:nvPr/>
              </p:nvSpPr>
              <p:spPr bwMode="auto">
                <a:xfrm>
                  <a:off x="0" y="4951"/>
                  <a:ext cx="145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72" name="Group 287"/>
              <p:cNvGrpSpPr>
                <a:grpSpLocks/>
              </p:cNvGrpSpPr>
              <p:nvPr/>
            </p:nvGrpSpPr>
            <p:grpSpPr bwMode="auto">
              <a:xfrm>
                <a:off x="1455" y="4951"/>
                <a:ext cx="409" cy="403"/>
                <a:chOff x="1455" y="4951"/>
                <a:chExt cx="409" cy="403"/>
              </a:xfrm>
            </p:grpSpPr>
            <p:sp>
              <p:nvSpPr>
                <p:cNvPr id="52395" name="Rectangle 89"/>
                <p:cNvSpPr>
                  <a:spLocks noChangeArrowheads="1"/>
                </p:cNvSpPr>
                <p:nvPr/>
              </p:nvSpPr>
              <p:spPr bwMode="auto">
                <a:xfrm>
                  <a:off x="1498" y="4951"/>
                  <a:ext cx="323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dirty="0">
                      <a:latin typeface="Arial" pitchFamily="34" charset="0"/>
                      <a:cs typeface="Arial" pitchFamily="34" charset="0"/>
                    </a:rPr>
                    <a:t>1.14</a:t>
                  </a:r>
                  <a:endParaRPr lang="en-CA" sz="1200" dirty="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 dirty="0"/>
                </a:p>
              </p:txBody>
            </p:sp>
            <p:sp>
              <p:nvSpPr>
                <p:cNvPr id="52396" name="Rectangle 286"/>
                <p:cNvSpPr>
                  <a:spLocks noChangeArrowheads="1"/>
                </p:cNvSpPr>
                <p:nvPr/>
              </p:nvSpPr>
              <p:spPr bwMode="auto">
                <a:xfrm>
                  <a:off x="1455" y="4951"/>
                  <a:ext cx="409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73" name="Group 289"/>
              <p:cNvGrpSpPr>
                <a:grpSpLocks/>
              </p:cNvGrpSpPr>
              <p:nvPr/>
            </p:nvGrpSpPr>
            <p:grpSpPr bwMode="auto">
              <a:xfrm>
                <a:off x="1864" y="4951"/>
                <a:ext cx="395" cy="403"/>
                <a:chOff x="1864" y="4951"/>
                <a:chExt cx="395" cy="403"/>
              </a:xfrm>
            </p:grpSpPr>
            <p:sp>
              <p:nvSpPr>
                <p:cNvPr id="52393" name="Rectangle 90"/>
                <p:cNvSpPr>
                  <a:spLocks noChangeArrowheads="1"/>
                </p:cNvSpPr>
                <p:nvPr/>
              </p:nvSpPr>
              <p:spPr bwMode="auto">
                <a:xfrm>
                  <a:off x="1907" y="4951"/>
                  <a:ext cx="30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1.07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94" name="Rectangle 288"/>
                <p:cNvSpPr>
                  <a:spLocks noChangeArrowheads="1"/>
                </p:cNvSpPr>
                <p:nvPr/>
              </p:nvSpPr>
              <p:spPr bwMode="auto">
                <a:xfrm>
                  <a:off x="1864" y="4951"/>
                  <a:ext cx="39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74" name="Group 291"/>
              <p:cNvGrpSpPr>
                <a:grpSpLocks/>
              </p:cNvGrpSpPr>
              <p:nvPr/>
            </p:nvGrpSpPr>
            <p:grpSpPr bwMode="auto">
              <a:xfrm>
                <a:off x="2259" y="4951"/>
                <a:ext cx="581" cy="403"/>
                <a:chOff x="2259" y="4951"/>
                <a:chExt cx="581" cy="403"/>
              </a:xfrm>
            </p:grpSpPr>
            <p:sp>
              <p:nvSpPr>
                <p:cNvPr id="52391" name="Rectangle 91"/>
                <p:cNvSpPr>
                  <a:spLocks noChangeArrowheads="1"/>
                </p:cNvSpPr>
                <p:nvPr/>
              </p:nvSpPr>
              <p:spPr bwMode="auto">
                <a:xfrm>
                  <a:off x="2302" y="4951"/>
                  <a:ext cx="49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92" name="Rectangle 290"/>
                <p:cNvSpPr>
                  <a:spLocks noChangeArrowheads="1"/>
                </p:cNvSpPr>
                <p:nvPr/>
              </p:nvSpPr>
              <p:spPr bwMode="auto">
                <a:xfrm>
                  <a:off x="2259" y="4951"/>
                  <a:ext cx="58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75" name="Group 293"/>
              <p:cNvGrpSpPr>
                <a:grpSpLocks/>
              </p:cNvGrpSpPr>
              <p:nvPr/>
            </p:nvGrpSpPr>
            <p:grpSpPr bwMode="auto">
              <a:xfrm>
                <a:off x="2840" y="4951"/>
                <a:ext cx="416" cy="403"/>
                <a:chOff x="2840" y="4951"/>
                <a:chExt cx="416" cy="403"/>
              </a:xfrm>
            </p:grpSpPr>
            <p:sp>
              <p:nvSpPr>
                <p:cNvPr id="52389" name="Rectangle 92"/>
                <p:cNvSpPr>
                  <a:spLocks noChangeArrowheads="1"/>
                </p:cNvSpPr>
                <p:nvPr/>
              </p:nvSpPr>
              <p:spPr bwMode="auto">
                <a:xfrm>
                  <a:off x="2883" y="4951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dirty="0">
                      <a:latin typeface="Arial" pitchFamily="34" charset="0"/>
                      <a:cs typeface="Arial" pitchFamily="34" charset="0"/>
                    </a:rPr>
                    <a:t>.95</a:t>
                  </a:r>
                  <a:endParaRPr lang="en-CA" sz="1200" dirty="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 dirty="0"/>
                </a:p>
              </p:txBody>
            </p:sp>
            <p:sp>
              <p:nvSpPr>
                <p:cNvPr id="52390" name="Rectangle 292"/>
                <p:cNvSpPr>
                  <a:spLocks noChangeArrowheads="1"/>
                </p:cNvSpPr>
                <p:nvPr/>
              </p:nvSpPr>
              <p:spPr bwMode="auto">
                <a:xfrm>
                  <a:off x="2840" y="4951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76" name="Group 295"/>
              <p:cNvGrpSpPr>
                <a:grpSpLocks/>
              </p:cNvGrpSpPr>
              <p:nvPr/>
            </p:nvGrpSpPr>
            <p:grpSpPr bwMode="auto">
              <a:xfrm>
                <a:off x="3256" y="4951"/>
                <a:ext cx="416" cy="403"/>
                <a:chOff x="3256" y="4951"/>
                <a:chExt cx="416" cy="403"/>
              </a:xfrm>
            </p:grpSpPr>
            <p:sp>
              <p:nvSpPr>
                <p:cNvPr id="52387" name="Rectangle 93"/>
                <p:cNvSpPr>
                  <a:spLocks noChangeArrowheads="1"/>
                </p:cNvSpPr>
                <p:nvPr/>
              </p:nvSpPr>
              <p:spPr bwMode="auto">
                <a:xfrm>
                  <a:off x="3299" y="4951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.95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88" name="Rectangle 294"/>
                <p:cNvSpPr>
                  <a:spLocks noChangeArrowheads="1"/>
                </p:cNvSpPr>
                <p:nvPr/>
              </p:nvSpPr>
              <p:spPr bwMode="auto">
                <a:xfrm>
                  <a:off x="3256" y="4951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77" name="Group 297"/>
              <p:cNvGrpSpPr>
                <a:grpSpLocks/>
              </p:cNvGrpSpPr>
              <p:nvPr/>
            </p:nvGrpSpPr>
            <p:grpSpPr bwMode="auto">
              <a:xfrm>
                <a:off x="3672" y="4951"/>
                <a:ext cx="441" cy="403"/>
                <a:chOff x="3672" y="4951"/>
                <a:chExt cx="441" cy="403"/>
              </a:xfrm>
            </p:grpSpPr>
            <p:sp>
              <p:nvSpPr>
                <p:cNvPr id="52385" name="Rectangle 94"/>
                <p:cNvSpPr>
                  <a:spLocks noChangeArrowheads="1"/>
                </p:cNvSpPr>
                <p:nvPr/>
              </p:nvSpPr>
              <p:spPr bwMode="auto">
                <a:xfrm>
                  <a:off x="3715" y="4951"/>
                  <a:ext cx="35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.95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86" name="Rectangle 296"/>
                <p:cNvSpPr>
                  <a:spLocks noChangeArrowheads="1"/>
                </p:cNvSpPr>
                <p:nvPr/>
              </p:nvSpPr>
              <p:spPr bwMode="auto">
                <a:xfrm>
                  <a:off x="3672" y="4951"/>
                  <a:ext cx="44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78" name="Group 299"/>
              <p:cNvGrpSpPr>
                <a:grpSpLocks/>
              </p:cNvGrpSpPr>
              <p:nvPr/>
            </p:nvGrpSpPr>
            <p:grpSpPr bwMode="auto">
              <a:xfrm>
                <a:off x="0" y="5354"/>
                <a:ext cx="1455" cy="403"/>
                <a:chOff x="0" y="5354"/>
                <a:chExt cx="1455" cy="403"/>
              </a:xfrm>
            </p:grpSpPr>
            <p:sp>
              <p:nvSpPr>
                <p:cNvPr id="52383" name="Rectangle 95"/>
                <p:cNvSpPr>
                  <a:spLocks noChangeArrowheads="1"/>
                </p:cNvSpPr>
                <p:nvPr/>
              </p:nvSpPr>
              <p:spPr bwMode="auto">
                <a:xfrm>
                  <a:off x="43" y="5354"/>
                  <a:ext cx="136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Modern Prog Practices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84" name="Rectangle 298"/>
                <p:cNvSpPr>
                  <a:spLocks noChangeArrowheads="1"/>
                </p:cNvSpPr>
                <p:nvPr/>
              </p:nvSpPr>
              <p:spPr bwMode="auto">
                <a:xfrm>
                  <a:off x="0" y="5354"/>
                  <a:ext cx="145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79" name="Group 301"/>
              <p:cNvGrpSpPr>
                <a:grpSpLocks/>
              </p:cNvGrpSpPr>
              <p:nvPr/>
            </p:nvGrpSpPr>
            <p:grpSpPr bwMode="auto">
              <a:xfrm>
                <a:off x="1455" y="5354"/>
                <a:ext cx="409" cy="403"/>
                <a:chOff x="1455" y="5354"/>
                <a:chExt cx="409" cy="403"/>
              </a:xfrm>
            </p:grpSpPr>
            <p:sp>
              <p:nvSpPr>
                <p:cNvPr id="52381" name="Rectangle 96"/>
                <p:cNvSpPr>
                  <a:spLocks noChangeArrowheads="1"/>
                </p:cNvSpPr>
                <p:nvPr/>
              </p:nvSpPr>
              <p:spPr bwMode="auto">
                <a:xfrm>
                  <a:off x="1498" y="5354"/>
                  <a:ext cx="323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1.24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82" name="Rectangle 300"/>
                <p:cNvSpPr>
                  <a:spLocks noChangeArrowheads="1"/>
                </p:cNvSpPr>
                <p:nvPr/>
              </p:nvSpPr>
              <p:spPr bwMode="auto">
                <a:xfrm>
                  <a:off x="1455" y="5354"/>
                  <a:ext cx="409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80" name="Group 303"/>
              <p:cNvGrpSpPr>
                <a:grpSpLocks/>
              </p:cNvGrpSpPr>
              <p:nvPr/>
            </p:nvGrpSpPr>
            <p:grpSpPr bwMode="auto">
              <a:xfrm>
                <a:off x="1864" y="5354"/>
                <a:ext cx="395" cy="403"/>
                <a:chOff x="1864" y="5354"/>
                <a:chExt cx="395" cy="403"/>
              </a:xfrm>
            </p:grpSpPr>
            <p:sp>
              <p:nvSpPr>
                <p:cNvPr id="52379" name="Rectangle 97"/>
                <p:cNvSpPr>
                  <a:spLocks noChangeArrowheads="1"/>
                </p:cNvSpPr>
                <p:nvPr/>
              </p:nvSpPr>
              <p:spPr bwMode="auto">
                <a:xfrm>
                  <a:off x="1907" y="5354"/>
                  <a:ext cx="30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1.10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80" name="Rectangle 302"/>
                <p:cNvSpPr>
                  <a:spLocks noChangeArrowheads="1"/>
                </p:cNvSpPr>
                <p:nvPr/>
              </p:nvSpPr>
              <p:spPr bwMode="auto">
                <a:xfrm>
                  <a:off x="1864" y="5354"/>
                  <a:ext cx="39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81" name="Group 305"/>
              <p:cNvGrpSpPr>
                <a:grpSpLocks/>
              </p:cNvGrpSpPr>
              <p:nvPr/>
            </p:nvGrpSpPr>
            <p:grpSpPr bwMode="auto">
              <a:xfrm>
                <a:off x="2259" y="5354"/>
                <a:ext cx="581" cy="403"/>
                <a:chOff x="2259" y="5354"/>
                <a:chExt cx="581" cy="403"/>
              </a:xfrm>
            </p:grpSpPr>
            <p:sp>
              <p:nvSpPr>
                <p:cNvPr id="52377" name="Rectangle 98"/>
                <p:cNvSpPr>
                  <a:spLocks noChangeArrowheads="1"/>
                </p:cNvSpPr>
                <p:nvPr/>
              </p:nvSpPr>
              <p:spPr bwMode="auto">
                <a:xfrm>
                  <a:off x="2302" y="5354"/>
                  <a:ext cx="49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78" name="Rectangle 304"/>
                <p:cNvSpPr>
                  <a:spLocks noChangeArrowheads="1"/>
                </p:cNvSpPr>
                <p:nvPr/>
              </p:nvSpPr>
              <p:spPr bwMode="auto">
                <a:xfrm>
                  <a:off x="2259" y="5354"/>
                  <a:ext cx="58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82" name="Group 307"/>
              <p:cNvGrpSpPr>
                <a:grpSpLocks/>
              </p:cNvGrpSpPr>
              <p:nvPr/>
            </p:nvGrpSpPr>
            <p:grpSpPr bwMode="auto">
              <a:xfrm>
                <a:off x="2840" y="5354"/>
                <a:ext cx="416" cy="403"/>
                <a:chOff x="2840" y="5354"/>
                <a:chExt cx="416" cy="403"/>
              </a:xfrm>
            </p:grpSpPr>
            <p:sp>
              <p:nvSpPr>
                <p:cNvPr id="52375" name="Rectangle 99"/>
                <p:cNvSpPr>
                  <a:spLocks noChangeArrowheads="1"/>
                </p:cNvSpPr>
                <p:nvPr/>
              </p:nvSpPr>
              <p:spPr bwMode="auto">
                <a:xfrm>
                  <a:off x="2883" y="5354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.91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76" name="Rectangle 306"/>
                <p:cNvSpPr>
                  <a:spLocks noChangeArrowheads="1"/>
                </p:cNvSpPr>
                <p:nvPr/>
              </p:nvSpPr>
              <p:spPr bwMode="auto">
                <a:xfrm>
                  <a:off x="2840" y="5354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83" name="Group 309"/>
              <p:cNvGrpSpPr>
                <a:grpSpLocks/>
              </p:cNvGrpSpPr>
              <p:nvPr/>
            </p:nvGrpSpPr>
            <p:grpSpPr bwMode="auto">
              <a:xfrm>
                <a:off x="3256" y="5354"/>
                <a:ext cx="416" cy="403"/>
                <a:chOff x="3256" y="5354"/>
                <a:chExt cx="416" cy="403"/>
              </a:xfrm>
            </p:grpSpPr>
            <p:sp>
              <p:nvSpPr>
                <p:cNvPr id="52373" name="Rectangle 100"/>
                <p:cNvSpPr>
                  <a:spLocks noChangeArrowheads="1"/>
                </p:cNvSpPr>
                <p:nvPr/>
              </p:nvSpPr>
              <p:spPr bwMode="auto">
                <a:xfrm>
                  <a:off x="3299" y="5354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.82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74" name="Rectangle 308"/>
                <p:cNvSpPr>
                  <a:spLocks noChangeArrowheads="1"/>
                </p:cNvSpPr>
                <p:nvPr/>
              </p:nvSpPr>
              <p:spPr bwMode="auto">
                <a:xfrm>
                  <a:off x="3256" y="5354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84" name="Group 311"/>
              <p:cNvGrpSpPr>
                <a:grpSpLocks/>
              </p:cNvGrpSpPr>
              <p:nvPr/>
            </p:nvGrpSpPr>
            <p:grpSpPr bwMode="auto">
              <a:xfrm>
                <a:off x="3672" y="5354"/>
                <a:ext cx="441" cy="403"/>
                <a:chOff x="3672" y="5354"/>
                <a:chExt cx="441" cy="403"/>
              </a:xfrm>
            </p:grpSpPr>
            <p:sp>
              <p:nvSpPr>
                <p:cNvPr id="52371" name="Rectangle 101"/>
                <p:cNvSpPr>
                  <a:spLocks noChangeArrowheads="1"/>
                </p:cNvSpPr>
                <p:nvPr/>
              </p:nvSpPr>
              <p:spPr bwMode="auto">
                <a:xfrm>
                  <a:off x="3715" y="5354"/>
                  <a:ext cx="35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.82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72" name="Rectangle 310"/>
                <p:cNvSpPr>
                  <a:spLocks noChangeArrowheads="1"/>
                </p:cNvSpPr>
                <p:nvPr/>
              </p:nvSpPr>
              <p:spPr bwMode="auto">
                <a:xfrm>
                  <a:off x="3672" y="5354"/>
                  <a:ext cx="44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85" name="Group 313"/>
              <p:cNvGrpSpPr>
                <a:grpSpLocks/>
              </p:cNvGrpSpPr>
              <p:nvPr/>
            </p:nvGrpSpPr>
            <p:grpSpPr bwMode="auto">
              <a:xfrm>
                <a:off x="0" y="5757"/>
                <a:ext cx="1455" cy="403"/>
                <a:chOff x="0" y="5757"/>
                <a:chExt cx="1455" cy="403"/>
              </a:xfrm>
            </p:grpSpPr>
            <p:sp>
              <p:nvSpPr>
                <p:cNvPr id="52369" name="Rectangle 102"/>
                <p:cNvSpPr>
                  <a:spLocks noChangeArrowheads="1"/>
                </p:cNvSpPr>
                <p:nvPr/>
              </p:nvSpPr>
              <p:spPr bwMode="auto">
                <a:xfrm>
                  <a:off x="43" y="5757"/>
                  <a:ext cx="136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SW Tools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70" name="Rectangle 312"/>
                <p:cNvSpPr>
                  <a:spLocks noChangeArrowheads="1"/>
                </p:cNvSpPr>
                <p:nvPr/>
              </p:nvSpPr>
              <p:spPr bwMode="auto">
                <a:xfrm>
                  <a:off x="0" y="5757"/>
                  <a:ext cx="145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86" name="Group 315"/>
              <p:cNvGrpSpPr>
                <a:grpSpLocks/>
              </p:cNvGrpSpPr>
              <p:nvPr/>
            </p:nvGrpSpPr>
            <p:grpSpPr bwMode="auto">
              <a:xfrm>
                <a:off x="1455" y="5757"/>
                <a:ext cx="409" cy="403"/>
                <a:chOff x="1455" y="5757"/>
                <a:chExt cx="409" cy="403"/>
              </a:xfrm>
            </p:grpSpPr>
            <p:sp>
              <p:nvSpPr>
                <p:cNvPr id="52367" name="Rectangle 103"/>
                <p:cNvSpPr>
                  <a:spLocks noChangeArrowheads="1"/>
                </p:cNvSpPr>
                <p:nvPr/>
              </p:nvSpPr>
              <p:spPr bwMode="auto">
                <a:xfrm>
                  <a:off x="1498" y="5757"/>
                  <a:ext cx="323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1.24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68" name="Rectangle 314"/>
                <p:cNvSpPr>
                  <a:spLocks noChangeArrowheads="1"/>
                </p:cNvSpPr>
                <p:nvPr/>
              </p:nvSpPr>
              <p:spPr bwMode="auto">
                <a:xfrm>
                  <a:off x="1455" y="5757"/>
                  <a:ext cx="409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87" name="Group 317"/>
              <p:cNvGrpSpPr>
                <a:grpSpLocks/>
              </p:cNvGrpSpPr>
              <p:nvPr/>
            </p:nvGrpSpPr>
            <p:grpSpPr bwMode="auto">
              <a:xfrm>
                <a:off x="1864" y="5757"/>
                <a:ext cx="395" cy="403"/>
                <a:chOff x="1864" y="5757"/>
                <a:chExt cx="395" cy="403"/>
              </a:xfrm>
            </p:grpSpPr>
            <p:sp>
              <p:nvSpPr>
                <p:cNvPr id="52365" name="Rectangle 104"/>
                <p:cNvSpPr>
                  <a:spLocks noChangeArrowheads="1"/>
                </p:cNvSpPr>
                <p:nvPr/>
              </p:nvSpPr>
              <p:spPr bwMode="auto">
                <a:xfrm>
                  <a:off x="1907" y="5757"/>
                  <a:ext cx="30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1.10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66" name="Rectangle 316"/>
                <p:cNvSpPr>
                  <a:spLocks noChangeArrowheads="1"/>
                </p:cNvSpPr>
                <p:nvPr/>
              </p:nvSpPr>
              <p:spPr bwMode="auto">
                <a:xfrm>
                  <a:off x="1864" y="5757"/>
                  <a:ext cx="39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88" name="Group 319"/>
              <p:cNvGrpSpPr>
                <a:grpSpLocks/>
              </p:cNvGrpSpPr>
              <p:nvPr/>
            </p:nvGrpSpPr>
            <p:grpSpPr bwMode="auto">
              <a:xfrm>
                <a:off x="2259" y="5757"/>
                <a:ext cx="581" cy="403"/>
                <a:chOff x="2259" y="5757"/>
                <a:chExt cx="581" cy="403"/>
              </a:xfrm>
            </p:grpSpPr>
            <p:sp>
              <p:nvSpPr>
                <p:cNvPr id="52363" name="Rectangle 105"/>
                <p:cNvSpPr>
                  <a:spLocks noChangeArrowheads="1"/>
                </p:cNvSpPr>
                <p:nvPr/>
              </p:nvSpPr>
              <p:spPr bwMode="auto">
                <a:xfrm>
                  <a:off x="2302" y="5757"/>
                  <a:ext cx="49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64" name="Rectangle 318"/>
                <p:cNvSpPr>
                  <a:spLocks noChangeArrowheads="1"/>
                </p:cNvSpPr>
                <p:nvPr/>
              </p:nvSpPr>
              <p:spPr bwMode="auto">
                <a:xfrm>
                  <a:off x="2259" y="5757"/>
                  <a:ext cx="58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89" name="Group 321"/>
              <p:cNvGrpSpPr>
                <a:grpSpLocks/>
              </p:cNvGrpSpPr>
              <p:nvPr/>
            </p:nvGrpSpPr>
            <p:grpSpPr bwMode="auto">
              <a:xfrm>
                <a:off x="2840" y="5757"/>
                <a:ext cx="416" cy="403"/>
                <a:chOff x="2840" y="5757"/>
                <a:chExt cx="416" cy="403"/>
              </a:xfrm>
            </p:grpSpPr>
            <p:sp>
              <p:nvSpPr>
                <p:cNvPr id="52361" name="Rectangle 106"/>
                <p:cNvSpPr>
                  <a:spLocks noChangeArrowheads="1"/>
                </p:cNvSpPr>
                <p:nvPr/>
              </p:nvSpPr>
              <p:spPr bwMode="auto">
                <a:xfrm>
                  <a:off x="2883" y="5757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.91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62" name="Rectangle 320"/>
                <p:cNvSpPr>
                  <a:spLocks noChangeArrowheads="1"/>
                </p:cNvSpPr>
                <p:nvPr/>
              </p:nvSpPr>
              <p:spPr bwMode="auto">
                <a:xfrm>
                  <a:off x="2840" y="5757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90" name="Group 323"/>
              <p:cNvGrpSpPr>
                <a:grpSpLocks/>
              </p:cNvGrpSpPr>
              <p:nvPr/>
            </p:nvGrpSpPr>
            <p:grpSpPr bwMode="auto">
              <a:xfrm>
                <a:off x="3256" y="5757"/>
                <a:ext cx="416" cy="403"/>
                <a:chOff x="3256" y="5757"/>
                <a:chExt cx="416" cy="403"/>
              </a:xfrm>
            </p:grpSpPr>
            <p:sp>
              <p:nvSpPr>
                <p:cNvPr id="52359" name="Rectangle 107"/>
                <p:cNvSpPr>
                  <a:spLocks noChangeArrowheads="1"/>
                </p:cNvSpPr>
                <p:nvPr/>
              </p:nvSpPr>
              <p:spPr bwMode="auto">
                <a:xfrm>
                  <a:off x="3299" y="5757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.83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60" name="Rectangle 322"/>
                <p:cNvSpPr>
                  <a:spLocks noChangeArrowheads="1"/>
                </p:cNvSpPr>
                <p:nvPr/>
              </p:nvSpPr>
              <p:spPr bwMode="auto">
                <a:xfrm>
                  <a:off x="3256" y="5757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91" name="Group 325"/>
              <p:cNvGrpSpPr>
                <a:grpSpLocks/>
              </p:cNvGrpSpPr>
              <p:nvPr/>
            </p:nvGrpSpPr>
            <p:grpSpPr bwMode="auto">
              <a:xfrm>
                <a:off x="3672" y="5757"/>
                <a:ext cx="441" cy="403"/>
                <a:chOff x="3672" y="5757"/>
                <a:chExt cx="441" cy="403"/>
              </a:xfrm>
            </p:grpSpPr>
            <p:sp>
              <p:nvSpPr>
                <p:cNvPr id="52357" name="Rectangle 108"/>
                <p:cNvSpPr>
                  <a:spLocks noChangeArrowheads="1"/>
                </p:cNvSpPr>
                <p:nvPr/>
              </p:nvSpPr>
              <p:spPr bwMode="auto">
                <a:xfrm>
                  <a:off x="3715" y="5757"/>
                  <a:ext cx="35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.83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58" name="Rectangle 324"/>
                <p:cNvSpPr>
                  <a:spLocks noChangeArrowheads="1"/>
                </p:cNvSpPr>
                <p:nvPr/>
              </p:nvSpPr>
              <p:spPr bwMode="auto">
                <a:xfrm>
                  <a:off x="3672" y="5757"/>
                  <a:ext cx="44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92" name="Group 327"/>
              <p:cNvGrpSpPr>
                <a:grpSpLocks/>
              </p:cNvGrpSpPr>
              <p:nvPr/>
            </p:nvGrpSpPr>
            <p:grpSpPr bwMode="auto">
              <a:xfrm>
                <a:off x="0" y="6160"/>
                <a:ext cx="1455" cy="403"/>
                <a:chOff x="0" y="6160"/>
                <a:chExt cx="1455" cy="403"/>
              </a:xfrm>
            </p:grpSpPr>
            <p:sp>
              <p:nvSpPr>
                <p:cNvPr id="52355" name="Rectangle 109"/>
                <p:cNvSpPr>
                  <a:spLocks noChangeArrowheads="1"/>
                </p:cNvSpPr>
                <p:nvPr/>
              </p:nvSpPr>
              <p:spPr bwMode="auto">
                <a:xfrm>
                  <a:off x="43" y="6160"/>
                  <a:ext cx="136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 b="1">
                      <a:latin typeface="Arial" pitchFamily="34" charset="0"/>
                      <a:cs typeface="Arial" pitchFamily="34" charset="0"/>
                    </a:rPr>
                    <a:t>Required Dev Schedule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56" name="Rectangle 326"/>
                <p:cNvSpPr>
                  <a:spLocks noChangeArrowheads="1"/>
                </p:cNvSpPr>
                <p:nvPr/>
              </p:nvSpPr>
              <p:spPr bwMode="auto">
                <a:xfrm>
                  <a:off x="0" y="6160"/>
                  <a:ext cx="145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93" name="Group 329"/>
              <p:cNvGrpSpPr>
                <a:grpSpLocks/>
              </p:cNvGrpSpPr>
              <p:nvPr/>
            </p:nvGrpSpPr>
            <p:grpSpPr bwMode="auto">
              <a:xfrm>
                <a:off x="1455" y="6160"/>
                <a:ext cx="409" cy="403"/>
                <a:chOff x="1455" y="6160"/>
                <a:chExt cx="409" cy="403"/>
              </a:xfrm>
            </p:grpSpPr>
            <p:sp>
              <p:nvSpPr>
                <p:cNvPr id="52353" name="Rectangle 110"/>
                <p:cNvSpPr>
                  <a:spLocks noChangeArrowheads="1"/>
                </p:cNvSpPr>
                <p:nvPr/>
              </p:nvSpPr>
              <p:spPr bwMode="auto">
                <a:xfrm>
                  <a:off x="1498" y="6160"/>
                  <a:ext cx="323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1.23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54" name="Rectangle 328"/>
                <p:cNvSpPr>
                  <a:spLocks noChangeArrowheads="1"/>
                </p:cNvSpPr>
                <p:nvPr/>
              </p:nvSpPr>
              <p:spPr bwMode="auto">
                <a:xfrm>
                  <a:off x="1455" y="6160"/>
                  <a:ext cx="409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94" name="Group 331"/>
              <p:cNvGrpSpPr>
                <a:grpSpLocks/>
              </p:cNvGrpSpPr>
              <p:nvPr/>
            </p:nvGrpSpPr>
            <p:grpSpPr bwMode="auto">
              <a:xfrm>
                <a:off x="1864" y="6160"/>
                <a:ext cx="395" cy="403"/>
                <a:chOff x="1864" y="6160"/>
                <a:chExt cx="395" cy="403"/>
              </a:xfrm>
            </p:grpSpPr>
            <p:sp>
              <p:nvSpPr>
                <p:cNvPr id="52351" name="Rectangle 111"/>
                <p:cNvSpPr>
                  <a:spLocks noChangeArrowheads="1"/>
                </p:cNvSpPr>
                <p:nvPr/>
              </p:nvSpPr>
              <p:spPr bwMode="auto">
                <a:xfrm>
                  <a:off x="1907" y="6160"/>
                  <a:ext cx="309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1.08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52" name="Rectangle 330"/>
                <p:cNvSpPr>
                  <a:spLocks noChangeArrowheads="1"/>
                </p:cNvSpPr>
                <p:nvPr/>
              </p:nvSpPr>
              <p:spPr bwMode="auto">
                <a:xfrm>
                  <a:off x="1864" y="6160"/>
                  <a:ext cx="395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95" name="Group 333"/>
              <p:cNvGrpSpPr>
                <a:grpSpLocks/>
              </p:cNvGrpSpPr>
              <p:nvPr/>
            </p:nvGrpSpPr>
            <p:grpSpPr bwMode="auto">
              <a:xfrm>
                <a:off x="2259" y="6160"/>
                <a:ext cx="581" cy="403"/>
                <a:chOff x="2259" y="6160"/>
                <a:chExt cx="581" cy="403"/>
              </a:xfrm>
            </p:grpSpPr>
            <p:sp>
              <p:nvSpPr>
                <p:cNvPr id="52349" name="Rectangle 112"/>
                <p:cNvSpPr>
                  <a:spLocks noChangeArrowheads="1"/>
                </p:cNvSpPr>
                <p:nvPr/>
              </p:nvSpPr>
              <p:spPr bwMode="auto">
                <a:xfrm>
                  <a:off x="2302" y="6160"/>
                  <a:ext cx="49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50" name="Rectangle 332"/>
                <p:cNvSpPr>
                  <a:spLocks noChangeArrowheads="1"/>
                </p:cNvSpPr>
                <p:nvPr/>
              </p:nvSpPr>
              <p:spPr bwMode="auto">
                <a:xfrm>
                  <a:off x="2259" y="6160"/>
                  <a:ext cx="58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96" name="Group 335"/>
              <p:cNvGrpSpPr>
                <a:grpSpLocks/>
              </p:cNvGrpSpPr>
              <p:nvPr/>
            </p:nvGrpSpPr>
            <p:grpSpPr bwMode="auto">
              <a:xfrm>
                <a:off x="2840" y="6160"/>
                <a:ext cx="416" cy="403"/>
                <a:chOff x="2840" y="6160"/>
                <a:chExt cx="416" cy="403"/>
              </a:xfrm>
            </p:grpSpPr>
            <p:sp>
              <p:nvSpPr>
                <p:cNvPr id="52347" name="Rectangle 113"/>
                <p:cNvSpPr>
                  <a:spLocks noChangeArrowheads="1"/>
                </p:cNvSpPr>
                <p:nvPr/>
              </p:nvSpPr>
              <p:spPr bwMode="auto">
                <a:xfrm>
                  <a:off x="2883" y="6160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1.04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48" name="Rectangle 334"/>
                <p:cNvSpPr>
                  <a:spLocks noChangeArrowheads="1"/>
                </p:cNvSpPr>
                <p:nvPr/>
              </p:nvSpPr>
              <p:spPr bwMode="auto">
                <a:xfrm>
                  <a:off x="2840" y="6160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97" name="Group 337"/>
              <p:cNvGrpSpPr>
                <a:grpSpLocks/>
              </p:cNvGrpSpPr>
              <p:nvPr/>
            </p:nvGrpSpPr>
            <p:grpSpPr bwMode="auto">
              <a:xfrm>
                <a:off x="3256" y="6160"/>
                <a:ext cx="416" cy="403"/>
                <a:chOff x="3256" y="6160"/>
                <a:chExt cx="416" cy="403"/>
              </a:xfrm>
            </p:grpSpPr>
            <p:sp>
              <p:nvSpPr>
                <p:cNvPr id="52345" name="Rectangle 114"/>
                <p:cNvSpPr>
                  <a:spLocks noChangeArrowheads="1"/>
                </p:cNvSpPr>
                <p:nvPr/>
              </p:nvSpPr>
              <p:spPr bwMode="auto">
                <a:xfrm>
                  <a:off x="3299" y="6160"/>
                  <a:ext cx="33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1.10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46" name="Rectangle 336"/>
                <p:cNvSpPr>
                  <a:spLocks noChangeArrowheads="1"/>
                </p:cNvSpPr>
                <p:nvPr/>
              </p:nvSpPr>
              <p:spPr bwMode="auto">
                <a:xfrm>
                  <a:off x="3256" y="6160"/>
                  <a:ext cx="41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598" name="Group 339"/>
              <p:cNvGrpSpPr>
                <a:grpSpLocks/>
              </p:cNvGrpSpPr>
              <p:nvPr/>
            </p:nvGrpSpPr>
            <p:grpSpPr bwMode="auto">
              <a:xfrm>
                <a:off x="3672" y="6160"/>
                <a:ext cx="441" cy="403"/>
                <a:chOff x="3672" y="6160"/>
                <a:chExt cx="441" cy="403"/>
              </a:xfrm>
            </p:grpSpPr>
            <p:sp>
              <p:nvSpPr>
                <p:cNvPr id="52343" name="Rectangle 115"/>
                <p:cNvSpPr>
                  <a:spLocks noChangeArrowheads="1"/>
                </p:cNvSpPr>
                <p:nvPr/>
              </p:nvSpPr>
              <p:spPr bwMode="auto">
                <a:xfrm>
                  <a:off x="3715" y="6160"/>
                  <a:ext cx="355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CA" sz="1200">
                      <a:latin typeface="Arial" pitchFamily="34" charset="0"/>
                      <a:cs typeface="Arial" pitchFamily="34" charset="0"/>
                    </a:rPr>
                    <a:t>1,10</a:t>
                  </a:r>
                  <a:endParaRPr lang="en-CA" sz="1200">
                    <a:ea typeface="Arial Unicode MS" pitchFamily="34" charset="-128"/>
                    <a:cs typeface="Arial Unicode MS" pitchFamily="34" charset="-128"/>
                  </a:endParaRPr>
                </a:p>
                <a:p>
                  <a:endParaRPr lang="en-CA"/>
                </a:p>
              </p:txBody>
            </p:sp>
            <p:sp>
              <p:nvSpPr>
                <p:cNvPr id="52344" name="Rectangle 338"/>
                <p:cNvSpPr>
                  <a:spLocks noChangeArrowheads="1"/>
                </p:cNvSpPr>
                <p:nvPr/>
              </p:nvSpPr>
              <p:spPr bwMode="auto">
                <a:xfrm>
                  <a:off x="3672" y="6160"/>
                  <a:ext cx="441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52230" name="Rectangle 341"/>
            <p:cNvSpPr>
              <a:spLocks noChangeArrowheads="1"/>
            </p:cNvSpPr>
            <p:nvPr/>
          </p:nvSpPr>
          <p:spPr bwMode="auto">
            <a:xfrm>
              <a:off x="-2" y="-2"/>
              <a:ext cx="4117" cy="6567"/>
            </a:xfrm>
            <a:prstGeom prst="rect">
              <a:avLst/>
            </a:prstGeom>
            <a:noFill/>
            <a:ln w="7937">
              <a:solidFill>
                <a:srgbClr val="A0A0A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2228" name="Slide Number Placeholder 34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0676006-872D-47E3-9F8E-C359A4E50708}" type="slidenum">
              <a:rPr lang="en-US" smtClean="0"/>
              <a:pPr/>
              <a:t>5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4"/>
          <p:cNvSpPr txBox="1">
            <a:spLocks noChangeArrowheads="1"/>
          </p:cNvSpPr>
          <p:nvPr/>
        </p:nvSpPr>
        <p:spPr bwMode="auto">
          <a:xfrm>
            <a:off x="990600" y="1066801"/>
            <a:ext cx="81724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800"/>
          </a:p>
        </p:txBody>
      </p:sp>
      <p:sp>
        <p:nvSpPr>
          <p:cNvPr id="53251" name="Rectangle 6"/>
          <p:cNvSpPr>
            <a:spLocks noGrp="1"/>
          </p:cNvSpPr>
          <p:nvPr>
            <p:ph type="title"/>
          </p:nvPr>
        </p:nvSpPr>
        <p:spPr>
          <a:xfrm>
            <a:off x="1129904" y="188913"/>
            <a:ext cx="8124296" cy="863600"/>
          </a:xfrm>
        </p:spPr>
        <p:txBody>
          <a:bodyPr/>
          <a:lstStyle/>
          <a:p>
            <a:r>
              <a:rPr lang="en-US" sz="2000" smtClean="0">
                <a:latin typeface="Elephant" pitchFamily="18" charset="0"/>
              </a:rPr>
              <a:t>Intermediate COCOMO : Example</a:t>
            </a:r>
          </a:p>
        </p:txBody>
      </p:sp>
      <p:sp>
        <p:nvSpPr>
          <p:cNvPr id="17" name="Rectangle 8"/>
          <p:cNvSpPr>
            <a:spLocks noGrp="1"/>
          </p:cNvSpPr>
          <p:nvPr>
            <p:ph idx="1"/>
          </p:nvPr>
        </p:nvSpPr>
        <p:spPr>
          <a:xfrm>
            <a:off x="742951" y="1295400"/>
            <a:ext cx="8776097" cy="4648200"/>
          </a:xfrm>
        </p:spPr>
        <p:txBody>
          <a:bodyPr>
            <a:normAutofit lnSpcReduction="10000"/>
          </a:bodyPr>
          <a:lstStyle>
            <a:extLst/>
          </a:lstStyle>
          <a:p>
            <a:pPr>
              <a:buFont typeface="Monotype Sorts" pitchFamily="2" charset="2"/>
              <a:buNone/>
              <a:defRPr/>
            </a:pPr>
            <a:r>
              <a:rPr lang="en-US" sz="2000" dirty="0" smtClean="0"/>
              <a:t>	</a:t>
            </a:r>
          </a:p>
          <a:p>
            <a:pPr algn="just">
              <a:buFont typeface="Monotype Sorts" pitchFamily="2" charset="2"/>
              <a:buNone/>
              <a:defRPr/>
            </a:pPr>
            <a:r>
              <a:rPr lang="en-US" sz="2400" dirty="0" smtClean="0"/>
              <a:t>	A new project with estimated 400 KLOC embedded system has to be developed. Project manager hires developers of very low quality in application experience  but a high experience in programming language. Calculate the Effort, Development time, Staff size &amp; Productivity.</a:t>
            </a:r>
          </a:p>
          <a:p>
            <a:pPr>
              <a:buFont typeface="Monotype Sorts" pitchFamily="2" charset="2"/>
              <a:buNone/>
              <a:defRPr/>
            </a:pPr>
            <a:endParaRPr lang="en-US" sz="1600" dirty="0" smtClean="0"/>
          </a:p>
          <a:p>
            <a:pPr>
              <a:buFont typeface="Monotype Sorts" pitchFamily="2" charset="2"/>
              <a:buNone/>
              <a:defRPr/>
            </a:pPr>
            <a:endParaRPr lang="en-US" sz="2000" dirty="0" smtClean="0"/>
          </a:p>
          <a:p>
            <a:pPr>
              <a:buFont typeface="Monotype Sorts" pitchFamily="2" charset="2"/>
              <a:buNone/>
              <a:defRPr/>
            </a:pPr>
            <a:endParaRPr lang="en-US" sz="2000" dirty="0" smtClean="0"/>
          </a:p>
          <a:p>
            <a:pPr>
              <a:buFont typeface="Monotype Sorts" pitchFamily="2" charset="2"/>
              <a:buNone/>
              <a:defRPr/>
            </a:pPr>
            <a:endParaRPr lang="en-US" sz="2000" dirty="0" smtClean="0"/>
          </a:p>
          <a:p>
            <a:pPr>
              <a:buFont typeface="Monotype Sorts" pitchFamily="2" charset="2"/>
              <a:buNone/>
              <a:defRPr/>
            </a:pPr>
            <a:endParaRPr lang="en-US" sz="2000" dirty="0" smtClean="0"/>
          </a:p>
          <a:p>
            <a:pPr>
              <a:buFont typeface="Monotype Sorts" pitchFamily="2" charset="2"/>
              <a:buNone/>
              <a:defRPr/>
            </a:pPr>
            <a:r>
              <a:rPr lang="en-US" sz="2000" dirty="0" smtClean="0"/>
              <a:t>	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sz="2000" dirty="0" smtClean="0"/>
              <a:t>	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73150" y="3657600"/>
          <a:ext cx="8112904" cy="125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052"/>
                <a:gridCol w="927189"/>
                <a:gridCol w="849923"/>
                <a:gridCol w="1236252"/>
                <a:gridCol w="795911"/>
                <a:gridCol w="1290264"/>
                <a:gridCol w="154531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Cost Drivers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Very</a:t>
                      </a:r>
                      <a:r>
                        <a:rPr lang="en-IN" baseline="0" dirty="0" smtClean="0"/>
                        <a:t> Low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Low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Nominal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High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Very High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Extra High</a:t>
                      </a:r>
                      <a:endParaRPr lang="en-IN" dirty="0"/>
                    </a:p>
                  </a:txBody>
                  <a:tcPr marL="99060" marR="9906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AEXP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1.29</a:t>
                      </a:r>
                      <a:endParaRPr lang="en-IN" b="1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1.13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1.00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0.91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0.82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--</a:t>
                      </a:r>
                      <a:endParaRPr lang="en-IN" dirty="0"/>
                    </a:p>
                  </a:txBody>
                  <a:tcPr marL="99060" marR="9906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LEXP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1.14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1.07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1.00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0.95</a:t>
                      </a:r>
                      <a:endParaRPr lang="en-IN" b="1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--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--</a:t>
                      </a:r>
                      <a:endParaRPr lang="en-IN" dirty="0"/>
                    </a:p>
                  </a:txBody>
                  <a:tcPr marL="99060" marR="99060"/>
                </a:tc>
              </a:tr>
            </a:tbl>
          </a:graphicData>
        </a:graphic>
      </p:graphicFrame>
      <p:sp>
        <p:nvSpPr>
          <p:cNvPr id="532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F73E917-168D-4F78-87F5-0A9FC2AC7A8C}" type="slidenum">
              <a:rPr lang="en-US" smtClean="0"/>
              <a:pPr/>
              <a:t>6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8"/>
          <p:cNvSpPr>
            <a:spLocks noGrp="1"/>
          </p:cNvSpPr>
          <p:nvPr>
            <p:ph idx="1"/>
          </p:nvPr>
        </p:nvSpPr>
        <p:spPr>
          <a:xfrm>
            <a:off x="703944" y="1051560"/>
            <a:ext cx="8776097" cy="46482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sz="2000" dirty="0" smtClean="0"/>
              <a:t>	</a:t>
            </a:r>
          </a:p>
          <a:p>
            <a:pPr>
              <a:buFont typeface="Monotype Sorts" pitchFamily="2" charset="2"/>
              <a:buNone/>
            </a:pPr>
            <a:r>
              <a:rPr lang="en-US" sz="2000" dirty="0" smtClean="0"/>
              <a:t>	EAF = 1.29 * 0.95 = 1.22</a:t>
            </a:r>
          </a:p>
          <a:p>
            <a:pPr>
              <a:buFont typeface="Monotype Sorts" pitchFamily="2" charset="2"/>
              <a:buNone/>
            </a:pPr>
            <a:endParaRPr lang="en-US" sz="2000" dirty="0" smtClean="0"/>
          </a:p>
          <a:p>
            <a:pPr>
              <a:buFont typeface="Monotype Sorts" pitchFamily="2" charset="2"/>
              <a:buNone/>
            </a:pPr>
            <a:r>
              <a:rPr lang="en-US" sz="2000" dirty="0" smtClean="0"/>
              <a:t>	400 KLOC Embedded System</a:t>
            </a:r>
          </a:p>
          <a:p>
            <a:pPr>
              <a:buFont typeface="Monotype Sorts" pitchFamily="2" charset="2"/>
              <a:buNone/>
            </a:pPr>
            <a:endParaRPr lang="en-US" sz="2000" dirty="0" smtClean="0"/>
          </a:p>
          <a:p>
            <a:pPr>
              <a:buFont typeface="Monotype Sorts" pitchFamily="2" charset="2"/>
              <a:buNone/>
            </a:pPr>
            <a:r>
              <a:rPr lang="en-US" sz="2000" dirty="0" smtClean="0"/>
              <a:t>	Effort = 2.8*(400)</a:t>
            </a:r>
            <a:r>
              <a:rPr lang="en-US" sz="2000" baseline="30000" dirty="0" smtClean="0"/>
              <a:t>1.20   </a:t>
            </a:r>
            <a:r>
              <a:rPr lang="en-US" sz="2000" dirty="0" smtClean="0"/>
              <a:t>* 1.22 = 3712 * 1.22 = 4528 person-months</a:t>
            </a:r>
          </a:p>
          <a:p>
            <a:pPr>
              <a:buFont typeface="Monotype Sorts" pitchFamily="2" charset="2"/>
              <a:buNone/>
            </a:pPr>
            <a:endParaRPr lang="en-US" sz="2000" dirty="0" smtClean="0"/>
          </a:p>
          <a:p>
            <a:pPr>
              <a:buFont typeface="Monotype Sorts" pitchFamily="2" charset="2"/>
              <a:buNone/>
            </a:pPr>
            <a:r>
              <a:rPr lang="en-US" sz="2000" dirty="0" smtClean="0"/>
              <a:t>	Development Time = 2.5 * (4528)</a:t>
            </a:r>
            <a:r>
              <a:rPr lang="en-US" sz="2000" baseline="30000" dirty="0" smtClean="0"/>
              <a:t>0.32</a:t>
            </a:r>
            <a:r>
              <a:rPr lang="en-US" sz="2000" dirty="0" smtClean="0"/>
              <a:t> = 2.5 * 14.78 = 36.9 months</a:t>
            </a:r>
          </a:p>
          <a:p>
            <a:pPr>
              <a:buFont typeface="Monotype Sorts" pitchFamily="2" charset="2"/>
              <a:buNone/>
            </a:pPr>
            <a:endParaRPr lang="en-US" sz="2000" dirty="0" smtClean="0"/>
          </a:p>
          <a:p>
            <a:pPr>
              <a:buFont typeface="Monotype Sorts" pitchFamily="2" charset="2"/>
              <a:buNone/>
            </a:pPr>
            <a:r>
              <a:rPr lang="en-US" sz="2000" dirty="0" smtClean="0"/>
              <a:t>	Avg. Staff Size = E/D = 4528/36.9 = 122 persons</a:t>
            </a:r>
          </a:p>
          <a:p>
            <a:pPr>
              <a:buFont typeface="Monotype Sorts" pitchFamily="2" charset="2"/>
              <a:buNone/>
            </a:pPr>
            <a:endParaRPr lang="en-US" sz="2000" dirty="0" smtClean="0"/>
          </a:p>
          <a:p>
            <a:pPr>
              <a:buFont typeface="Monotype Sorts" pitchFamily="2" charset="2"/>
              <a:buNone/>
            </a:pPr>
            <a:r>
              <a:rPr lang="en-US" sz="2000" dirty="0" smtClean="0"/>
              <a:t>	Productivity = KLOC/Effort = 400/4528 = 0.0884 KLOC/person-month</a:t>
            </a:r>
          </a:p>
          <a:p>
            <a:pPr>
              <a:buFont typeface="Monotype Sorts" pitchFamily="2" charset="2"/>
              <a:buNone/>
            </a:pPr>
            <a:r>
              <a:rPr lang="en-US" sz="2000" dirty="0" smtClean="0"/>
              <a:t>	</a:t>
            </a:r>
          </a:p>
        </p:txBody>
      </p:sp>
      <p:sp>
        <p:nvSpPr>
          <p:cNvPr id="54276" name="Rectangle 6"/>
          <p:cNvSpPr>
            <a:spLocks noGrp="1"/>
          </p:cNvSpPr>
          <p:nvPr>
            <p:ph type="title"/>
          </p:nvPr>
        </p:nvSpPr>
        <p:spPr>
          <a:xfrm>
            <a:off x="1129904" y="188913"/>
            <a:ext cx="8581760" cy="863600"/>
          </a:xfrm>
        </p:spPr>
        <p:txBody>
          <a:bodyPr/>
          <a:lstStyle/>
          <a:p>
            <a:r>
              <a:rPr lang="en-US" sz="3200" smtClean="0">
                <a:latin typeface="Elephant" pitchFamily="18" charset="0"/>
              </a:rPr>
              <a:t>Example (Contd.)</a:t>
            </a:r>
          </a:p>
        </p:txBody>
      </p:sp>
      <p:sp>
        <p:nvSpPr>
          <p:cNvPr id="5427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7BCD444-EA6A-4EB8-8FA6-CB30C0E29EE5}" type="slidenum">
              <a:rPr lang="en-US" smtClean="0"/>
              <a:pPr/>
              <a:t>7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42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4"/>
          <p:cNvSpPr txBox="1">
            <a:spLocks noChangeArrowheads="1"/>
          </p:cNvSpPr>
          <p:nvPr/>
        </p:nvSpPr>
        <p:spPr bwMode="auto">
          <a:xfrm>
            <a:off x="990600" y="1066801"/>
            <a:ext cx="81724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800"/>
          </a:p>
        </p:txBody>
      </p:sp>
      <p:sp>
        <p:nvSpPr>
          <p:cNvPr id="55299" name="Rectangle 6"/>
          <p:cNvSpPr>
            <a:spLocks noGrp="1"/>
          </p:cNvSpPr>
          <p:nvPr>
            <p:ph type="title"/>
          </p:nvPr>
        </p:nvSpPr>
        <p:spPr>
          <a:xfrm>
            <a:off x="1129904" y="188913"/>
            <a:ext cx="8124296" cy="863600"/>
          </a:xfrm>
        </p:spPr>
        <p:txBody>
          <a:bodyPr/>
          <a:lstStyle/>
          <a:p>
            <a:r>
              <a:rPr lang="en-US" smtClean="0">
                <a:latin typeface="Elephant" pitchFamily="18" charset="0"/>
              </a:rPr>
              <a:t>Complete COCOMO</a:t>
            </a:r>
            <a:endParaRPr lang="en-US" sz="2000" smtClean="0">
              <a:latin typeface="Elephant" pitchFamily="18" charset="0"/>
            </a:endParaRPr>
          </a:p>
        </p:txBody>
      </p:sp>
      <p:sp>
        <p:nvSpPr>
          <p:cNvPr id="17" name="Rectangle 8"/>
          <p:cNvSpPr>
            <a:spLocks noGrp="1"/>
          </p:cNvSpPr>
          <p:nvPr>
            <p:ph idx="1"/>
          </p:nvPr>
        </p:nvSpPr>
        <p:spPr>
          <a:xfrm>
            <a:off x="990600" y="1676400"/>
            <a:ext cx="8122577" cy="4560888"/>
          </a:xfrm>
        </p:spPr>
        <p:txBody>
          <a:bodyPr>
            <a:normAutofit/>
          </a:bodyPr>
          <a:lstStyle>
            <a:extLst/>
          </a:lstStyle>
          <a:p>
            <a:pPr>
              <a:defRPr/>
            </a:pPr>
            <a:r>
              <a:rPr lang="en-US" sz="2200" dirty="0" smtClean="0"/>
              <a:t>Detailed COCOMO = Intermediate COCOMO + 			assessment of Cost Drivers impact on each phase.</a:t>
            </a:r>
          </a:p>
          <a:p>
            <a:pPr>
              <a:defRPr/>
            </a:pPr>
            <a:r>
              <a:rPr lang="en-US" sz="2200" dirty="0" smtClean="0"/>
              <a:t>Phases</a:t>
            </a:r>
          </a:p>
          <a:p>
            <a:pPr marL="813816" lvl="1" indent="-457200">
              <a:buFont typeface="+mj-lt"/>
              <a:buAutoNum type="arabicParenR"/>
              <a:defRPr/>
            </a:pPr>
            <a:r>
              <a:rPr lang="en-US" sz="1800" dirty="0" smtClean="0"/>
              <a:t>Plans and requirements</a:t>
            </a:r>
          </a:p>
          <a:p>
            <a:pPr marL="813816" lvl="1" indent="-457200">
              <a:buFont typeface="+mj-lt"/>
              <a:buAutoNum type="arabicParenR"/>
              <a:defRPr/>
            </a:pPr>
            <a:r>
              <a:rPr lang="en-US" sz="1800" dirty="0" smtClean="0"/>
              <a:t>System Design</a:t>
            </a:r>
          </a:p>
          <a:p>
            <a:pPr marL="813816" lvl="1" indent="-457200">
              <a:buFont typeface="+mj-lt"/>
              <a:buAutoNum type="arabicParenR"/>
              <a:defRPr/>
            </a:pPr>
            <a:r>
              <a:rPr lang="en-US" sz="1800" dirty="0" smtClean="0"/>
              <a:t>Detailed Design</a:t>
            </a:r>
          </a:p>
          <a:p>
            <a:pPr marL="813816" lvl="1" indent="-457200">
              <a:buFont typeface="+mj-lt"/>
              <a:buAutoNum type="arabicParenR"/>
              <a:defRPr/>
            </a:pPr>
            <a:r>
              <a:rPr lang="en-US" sz="1800" dirty="0" smtClean="0"/>
              <a:t>Module code and test</a:t>
            </a:r>
          </a:p>
          <a:p>
            <a:pPr marL="813816" lvl="1" indent="-457200">
              <a:buFont typeface="+mj-lt"/>
              <a:buAutoNum type="arabicParenR"/>
              <a:defRPr/>
            </a:pPr>
            <a:r>
              <a:rPr lang="en-US" sz="1800" dirty="0" smtClean="0"/>
              <a:t>Integrate and test</a:t>
            </a:r>
          </a:p>
          <a:p>
            <a:pPr marL="539496" indent="-457200">
              <a:buFont typeface="Arial" pitchFamily="34" charset="0"/>
              <a:buChar char="•"/>
              <a:defRPr/>
            </a:pPr>
            <a:r>
              <a:rPr lang="en-US" sz="2200" dirty="0" smtClean="0"/>
              <a:t>Cost of each subsystem is estimated separately. This reduces the margin of error.</a:t>
            </a:r>
          </a:p>
          <a:p>
            <a:pPr marL="813816" lvl="1" indent="-457200">
              <a:buFont typeface="Monotype Sorts" pitchFamily="2" charset="2"/>
              <a:buNone/>
              <a:defRPr/>
            </a:pPr>
            <a:endParaRPr lang="en-US" sz="1800" dirty="0" smtClean="0"/>
          </a:p>
        </p:txBody>
      </p:sp>
      <p:sp>
        <p:nvSpPr>
          <p:cNvPr id="5530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F3407DB-8E69-4368-A323-990484443EB5}" type="slidenum">
              <a:rPr lang="en-US" smtClean="0"/>
              <a:pPr/>
              <a:t>8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4"/>
          <p:cNvSpPr txBox="1">
            <a:spLocks noChangeArrowheads="1"/>
          </p:cNvSpPr>
          <p:nvPr/>
        </p:nvSpPr>
        <p:spPr bwMode="auto">
          <a:xfrm>
            <a:off x="990600" y="1066801"/>
            <a:ext cx="81724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800"/>
          </a:p>
        </p:txBody>
      </p:sp>
      <p:sp>
        <p:nvSpPr>
          <p:cNvPr id="56323" name="Rectangle 6"/>
          <p:cNvSpPr>
            <a:spLocks noGrp="1"/>
          </p:cNvSpPr>
          <p:nvPr>
            <p:ph type="title"/>
          </p:nvPr>
        </p:nvSpPr>
        <p:spPr>
          <a:xfrm>
            <a:off x="1129904" y="188913"/>
            <a:ext cx="8124296" cy="863600"/>
          </a:xfrm>
        </p:spPr>
        <p:txBody>
          <a:bodyPr/>
          <a:lstStyle/>
          <a:p>
            <a:r>
              <a:rPr lang="en-US" smtClean="0">
                <a:latin typeface="Elephant" pitchFamily="18" charset="0"/>
              </a:rPr>
              <a:t>The Calculation</a:t>
            </a:r>
            <a:endParaRPr lang="en-US" sz="2000" smtClean="0">
              <a:latin typeface="Elephant" pitchFamily="18" charset="0"/>
            </a:endParaRPr>
          </a:p>
        </p:txBody>
      </p:sp>
      <p:sp>
        <p:nvSpPr>
          <p:cNvPr id="56324" name="Rectangle 8"/>
          <p:cNvSpPr>
            <a:spLocks noGrp="1"/>
          </p:cNvSpPr>
          <p:nvPr>
            <p:ph idx="1"/>
          </p:nvPr>
        </p:nvSpPr>
        <p:spPr>
          <a:xfrm>
            <a:off x="1286405" y="1676400"/>
            <a:ext cx="8122577" cy="3124200"/>
          </a:xfrm>
        </p:spPr>
        <p:txBody>
          <a:bodyPr/>
          <a:lstStyle/>
          <a:p>
            <a:r>
              <a:rPr lang="en-IN" sz="2200" dirty="0" smtClean="0"/>
              <a:t>Multiply all 15 Cost Drivers to get </a:t>
            </a:r>
            <a:r>
              <a:rPr lang="en-IN" sz="2200" b="1" dirty="0" smtClean="0"/>
              <a:t>Effort Adjustment Factor</a:t>
            </a:r>
            <a:r>
              <a:rPr lang="en-IN" sz="1600" b="1" dirty="0" smtClean="0"/>
              <a:t>(EAF)</a:t>
            </a:r>
          </a:p>
          <a:p>
            <a:r>
              <a:rPr lang="en-IN" sz="2200" b="1" dirty="0" smtClean="0"/>
              <a:t>E(Effort) = a1(KLOC)</a:t>
            </a:r>
            <a:r>
              <a:rPr lang="en-IN" sz="2200" b="1" baseline="30000" dirty="0" smtClean="0"/>
              <a:t>a2</a:t>
            </a:r>
            <a:r>
              <a:rPr lang="en-IN" sz="2200" b="1" baseline="-6000" dirty="0" smtClean="0"/>
              <a:t> </a:t>
            </a:r>
            <a:r>
              <a:rPr lang="en-IN" sz="2200" b="1" dirty="0" smtClean="0"/>
              <a:t>* EAF</a:t>
            </a:r>
            <a:r>
              <a:rPr lang="en-IN" sz="1600" dirty="0" smtClean="0"/>
              <a:t>(in Person-Month)</a:t>
            </a:r>
          </a:p>
          <a:p>
            <a:r>
              <a:rPr lang="en-IN" sz="2200" b="1" dirty="0" smtClean="0"/>
              <a:t>D(Development Time) = b1(E)</a:t>
            </a:r>
            <a:r>
              <a:rPr lang="en-IN" sz="2200" b="1" baseline="30000" dirty="0" smtClean="0"/>
              <a:t>b2</a:t>
            </a:r>
            <a:r>
              <a:rPr lang="en-IN" sz="2200" b="1" baseline="-6000" dirty="0" smtClean="0"/>
              <a:t> </a:t>
            </a:r>
            <a:r>
              <a:rPr lang="en-IN" sz="1600" dirty="0" smtClean="0"/>
              <a:t>(in month)</a:t>
            </a:r>
          </a:p>
          <a:p>
            <a:pPr>
              <a:lnSpc>
                <a:spcPct val="150000"/>
              </a:lnSpc>
            </a:pPr>
            <a:r>
              <a:rPr lang="en-IN" sz="2200" b="1" dirty="0" err="1" smtClean="0"/>
              <a:t>E</a:t>
            </a:r>
            <a:r>
              <a:rPr lang="en-IN" sz="2200" b="1" baseline="-25000" dirty="0" err="1" smtClean="0"/>
              <a:t>p</a:t>
            </a:r>
            <a:r>
              <a:rPr lang="en-IN" sz="2200" b="1" dirty="0" smtClean="0"/>
              <a:t> (Effort in Phase) =  µ</a:t>
            </a:r>
            <a:r>
              <a:rPr lang="en-IN" sz="2200" b="1" baseline="-25000" dirty="0" smtClean="0"/>
              <a:t>p</a:t>
            </a:r>
            <a:r>
              <a:rPr lang="en-IN" sz="2200" b="1" dirty="0" smtClean="0"/>
              <a:t> * E </a:t>
            </a:r>
            <a:r>
              <a:rPr lang="en-IN" sz="1600" dirty="0" smtClean="0"/>
              <a:t>(in Person-Month)</a:t>
            </a:r>
          </a:p>
          <a:p>
            <a:r>
              <a:rPr lang="en-IN" sz="2200" b="1" dirty="0" err="1" smtClean="0"/>
              <a:t>D</a:t>
            </a:r>
            <a:r>
              <a:rPr lang="en-IN" sz="2200" b="1" baseline="-25000" dirty="0" err="1" smtClean="0"/>
              <a:t>p</a:t>
            </a:r>
            <a:r>
              <a:rPr lang="en-IN" sz="2200" b="1" dirty="0" smtClean="0"/>
              <a:t> (Development Time of Phase) = </a:t>
            </a:r>
            <a:r>
              <a:rPr lang="en-GB" sz="2200" b="1" dirty="0" err="1" smtClean="0">
                <a:latin typeface="Courier New" pitchFamily="49" charset="0"/>
                <a:cs typeface="Courier New" pitchFamily="49" charset="0"/>
              </a:rPr>
              <a:t>τ</a:t>
            </a:r>
            <a:r>
              <a:rPr lang="en-GB" sz="2200" b="1" baseline="-25000" dirty="0" err="1" smtClean="0"/>
              <a:t>p</a:t>
            </a:r>
            <a:r>
              <a:rPr lang="en-GB" sz="2200" b="1" dirty="0" smtClean="0"/>
              <a:t> * D</a:t>
            </a:r>
            <a:r>
              <a:rPr lang="en-IN" sz="2200" b="1" dirty="0" smtClean="0"/>
              <a:t> </a:t>
            </a:r>
            <a:r>
              <a:rPr lang="en-IN" sz="1600" dirty="0" smtClean="0"/>
              <a:t>(in month)</a:t>
            </a:r>
          </a:p>
          <a:p>
            <a:pPr>
              <a:buFont typeface="Monotype Sorts" pitchFamily="2" charset="2"/>
              <a:buNone/>
            </a:pPr>
            <a:endParaRPr lang="en-US" sz="1600" dirty="0" smtClean="0"/>
          </a:p>
          <a:p>
            <a:pPr>
              <a:buFont typeface="Monotype Sorts" pitchFamily="2" charset="2"/>
              <a:buNone/>
            </a:pPr>
            <a:r>
              <a:rPr lang="en-IN" sz="1600" b="1" dirty="0" smtClean="0"/>
              <a:t>		µ</a:t>
            </a:r>
            <a:r>
              <a:rPr lang="en-IN" sz="1600" b="1" baseline="-25000" dirty="0" smtClean="0"/>
              <a:t>p</a:t>
            </a:r>
            <a:r>
              <a:rPr lang="en-IN" sz="1600" b="1" dirty="0" smtClean="0"/>
              <a:t> , </a:t>
            </a:r>
            <a:r>
              <a:rPr lang="en-GB" sz="2200" b="1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τ</a:t>
            </a:r>
            <a:r>
              <a:rPr lang="en-GB" sz="2200" b="1" baseline="-25000" dirty="0" err="1" smtClean="0">
                <a:solidFill>
                  <a:srgbClr val="000000"/>
                </a:solidFill>
              </a:rPr>
              <a:t>p</a:t>
            </a:r>
            <a:r>
              <a:rPr lang="en-IN" sz="1600" b="1" dirty="0" smtClean="0"/>
              <a:t> Phase sensitive multipliers</a:t>
            </a:r>
          </a:p>
          <a:p>
            <a:endParaRPr lang="en-IN" sz="1600" dirty="0" smtClean="0"/>
          </a:p>
          <a:p>
            <a:pPr marL="812800" lvl="1" indent="-457200">
              <a:buFont typeface="Monotype Sorts" pitchFamily="2" charset="2"/>
              <a:buNone/>
            </a:pPr>
            <a:endParaRPr lang="en-US" sz="1800" dirty="0" smtClean="0"/>
          </a:p>
        </p:txBody>
      </p:sp>
      <p:sp>
        <p:nvSpPr>
          <p:cNvPr id="5632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5C105C2-DB24-4C68-B1E4-A45DBE38F659}" type="slidenum">
              <a:rPr lang="en-US" smtClean="0"/>
              <a:pPr/>
              <a:t>9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4"/>
          <p:cNvSpPr txBox="1">
            <a:spLocks noChangeArrowheads="1"/>
          </p:cNvSpPr>
          <p:nvPr/>
        </p:nvSpPr>
        <p:spPr bwMode="auto">
          <a:xfrm>
            <a:off x="990600" y="1066801"/>
            <a:ext cx="81724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800"/>
          </a:p>
        </p:txBody>
      </p:sp>
      <p:sp>
        <p:nvSpPr>
          <p:cNvPr id="57347" name="Rectangle 6"/>
          <p:cNvSpPr>
            <a:spLocks noGrp="1"/>
          </p:cNvSpPr>
          <p:nvPr>
            <p:ph type="title"/>
          </p:nvPr>
        </p:nvSpPr>
        <p:spPr>
          <a:xfrm>
            <a:off x="1129904" y="188913"/>
            <a:ext cx="8581760" cy="863600"/>
          </a:xfrm>
        </p:spPr>
        <p:txBody>
          <a:bodyPr/>
          <a:lstStyle/>
          <a:p>
            <a:r>
              <a:rPr lang="en-US" sz="3200" smtClean="0">
                <a:latin typeface="Elephant" pitchFamily="18" charset="0"/>
              </a:rPr>
              <a:t>Detailed COCOMO : Example</a:t>
            </a:r>
          </a:p>
        </p:txBody>
      </p:sp>
      <p:sp>
        <p:nvSpPr>
          <p:cNvPr id="57348" name="Rectangle 8"/>
          <p:cNvSpPr>
            <a:spLocks noGrp="1"/>
          </p:cNvSpPr>
          <p:nvPr>
            <p:ph idx="1"/>
          </p:nvPr>
        </p:nvSpPr>
        <p:spPr>
          <a:xfrm>
            <a:off x="392603" y="858982"/>
            <a:ext cx="9283435" cy="5029200"/>
          </a:xfrm>
        </p:spPr>
        <p:txBody>
          <a:bodyPr/>
          <a:lstStyle/>
          <a:p>
            <a:pPr marL="812800" lvl="1" indent="-457200" algn="just">
              <a:buFont typeface="Monotype Sorts" pitchFamily="2" charset="2"/>
              <a:buNone/>
            </a:pPr>
            <a:r>
              <a:rPr lang="en-US" sz="1800" dirty="0" smtClean="0"/>
              <a:t>	</a:t>
            </a:r>
            <a:r>
              <a:rPr lang="en-US" sz="1400" dirty="0" smtClean="0"/>
              <a:t>Consider a </a:t>
            </a:r>
            <a:r>
              <a:rPr lang="en-US" sz="1400" dirty="0" err="1" smtClean="0"/>
              <a:t>oraganic</a:t>
            </a:r>
            <a:r>
              <a:rPr lang="en-US" sz="1400" smtClean="0"/>
              <a:t> project </a:t>
            </a:r>
            <a:r>
              <a:rPr lang="en-US" sz="1400" dirty="0" smtClean="0"/>
              <a:t>to develop a full screen editor. The major components identified and their sizes are (</a:t>
            </a:r>
            <a:r>
              <a:rPr lang="en-US" sz="1400" dirty="0" err="1" smtClean="0"/>
              <a:t>i</a:t>
            </a:r>
            <a:r>
              <a:rPr lang="en-US" sz="1400" dirty="0" smtClean="0"/>
              <a:t>) Screen Edit – 4K (ii) Command Lang Interpreter – 2K (iii) File Input and Output – 1K (iv) Cursor movement – 2K (v) Screen Movement – 3K. Assume the Required software reliability is high, product complexity is high, analyst capability is high &amp; programming language experience is low. Use COCOMO model to estimate cost and time for different phases.</a:t>
            </a:r>
          </a:p>
          <a:p>
            <a:pPr marL="812800" lvl="1" indent="-457200" algn="just">
              <a:buFont typeface="Monotype Sorts" pitchFamily="2" charset="2"/>
              <a:buNone/>
            </a:pPr>
            <a:endParaRPr lang="en-US" sz="1400" dirty="0" smtClean="0"/>
          </a:p>
          <a:p>
            <a:pPr marL="812800" lvl="1" indent="-457200" algn="just">
              <a:buFont typeface="Monotype Sorts" pitchFamily="2" charset="2"/>
              <a:buNone/>
            </a:pPr>
            <a:endParaRPr lang="en-US" sz="1400" dirty="0" smtClean="0"/>
          </a:p>
          <a:p>
            <a:pPr marL="812800" lvl="1" indent="-457200" algn="just">
              <a:buFont typeface="Monotype Sorts" pitchFamily="2" charset="2"/>
              <a:buNone/>
            </a:pPr>
            <a:endParaRPr lang="en-US" sz="1400" dirty="0" smtClean="0"/>
          </a:p>
          <a:p>
            <a:pPr marL="812800" lvl="1" indent="-457200" algn="just">
              <a:buFont typeface="Monotype Sorts" pitchFamily="2" charset="2"/>
              <a:buNone/>
            </a:pPr>
            <a:endParaRPr lang="en-US" sz="1400" dirty="0" smtClean="0"/>
          </a:p>
          <a:p>
            <a:pPr marL="812800" lvl="1" indent="-457200" algn="just">
              <a:buFont typeface="Monotype Sorts" pitchFamily="2" charset="2"/>
              <a:buNone/>
            </a:pPr>
            <a:endParaRPr lang="en-US" sz="1400" dirty="0" smtClean="0"/>
          </a:p>
          <a:p>
            <a:pPr marL="812800" lvl="1" indent="-457200" algn="just">
              <a:buFont typeface="Monotype Sorts" pitchFamily="2" charset="2"/>
              <a:buNone/>
            </a:pPr>
            <a:endParaRPr lang="en-US" sz="1400" dirty="0" smtClean="0"/>
          </a:p>
          <a:p>
            <a:pPr marL="812800" lvl="1" indent="-457200" algn="just">
              <a:buFont typeface="Monotype Sorts" pitchFamily="2" charset="2"/>
              <a:buNone/>
            </a:pPr>
            <a:endParaRPr lang="en-US" sz="1400" dirty="0" smtClean="0"/>
          </a:p>
          <a:p>
            <a:pPr marL="812800" lvl="1" indent="-457200" algn="just">
              <a:buFont typeface="Monotype Sorts" pitchFamily="2" charset="2"/>
              <a:buNone/>
            </a:pPr>
            <a:endParaRPr lang="en-US" sz="1400" dirty="0" smtClean="0"/>
          </a:p>
          <a:p>
            <a:pPr marL="812800" lvl="1" indent="-457200" algn="just">
              <a:buFont typeface="Monotype Sorts" pitchFamily="2" charset="2"/>
              <a:buNone/>
            </a:pPr>
            <a:r>
              <a:rPr lang="en-IN" sz="1600" b="1" dirty="0" smtClean="0"/>
              <a:t>Phase value of µ</a:t>
            </a:r>
            <a:r>
              <a:rPr lang="en-IN" sz="1600" b="1" baseline="-25000" dirty="0" smtClean="0"/>
              <a:t>p </a:t>
            </a:r>
            <a:r>
              <a:rPr lang="en-IN" sz="1600" b="1" dirty="0" smtClean="0"/>
              <a:t>and </a:t>
            </a:r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τ</a:t>
            </a:r>
            <a:r>
              <a:rPr lang="en-GB" sz="1600" b="1" baseline="-25000" dirty="0" err="1" smtClean="0"/>
              <a:t>p</a:t>
            </a:r>
            <a:endParaRPr lang="en-GB" sz="1600" b="1" baseline="-25000" dirty="0" smtClean="0"/>
          </a:p>
          <a:p>
            <a:pPr marL="812800" lvl="1" indent="-457200" algn="just">
              <a:buFont typeface="Monotype Sorts" pitchFamily="2" charset="2"/>
              <a:buNone/>
            </a:pPr>
            <a:endParaRPr lang="en-US" sz="1400" dirty="0" smtClean="0"/>
          </a:p>
          <a:p>
            <a:pPr marL="812800" lvl="1" indent="-457200" algn="just">
              <a:buFont typeface="Monotype Sorts" pitchFamily="2" charset="2"/>
              <a:buNone/>
            </a:pPr>
            <a:r>
              <a:rPr lang="en-US" sz="2000" dirty="0" smtClean="0"/>
              <a:t>	</a:t>
            </a:r>
          </a:p>
          <a:p>
            <a:pPr marL="812800" lvl="1" indent="-457200" algn="just">
              <a:buFont typeface="Monotype Sorts" pitchFamily="2" charset="2"/>
              <a:buNone/>
            </a:pPr>
            <a:endParaRPr lang="en-US" sz="2000" dirty="0" smtClean="0"/>
          </a:p>
          <a:p>
            <a:pPr marL="812800" lvl="1" indent="-457200" algn="just">
              <a:buFont typeface="Monotype Sorts" pitchFamily="2" charset="2"/>
              <a:buNone/>
            </a:pPr>
            <a:endParaRPr lang="en-US" sz="2000" dirty="0" smtClean="0"/>
          </a:p>
          <a:p>
            <a:pPr marL="812800" lvl="1" indent="-457200" algn="just">
              <a:buFont typeface="Monotype Sorts" pitchFamily="2" charset="2"/>
              <a:buNone/>
            </a:pPr>
            <a:endParaRPr lang="en-US" sz="2000" dirty="0" smtClean="0"/>
          </a:p>
          <a:p>
            <a:pPr marL="812800" lvl="1" indent="-457200" algn="just">
              <a:buFont typeface="Monotype Sorts" pitchFamily="2" charset="2"/>
              <a:buNone/>
            </a:pPr>
            <a:endParaRPr lang="en-US" sz="2000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7948" y="2273135"/>
          <a:ext cx="8832851" cy="18742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1320800"/>
                <a:gridCol w="990600"/>
                <a:gridCol w="1155700"/>
                <a:gridCol w="825500"/>
                <a:gridCol w="1403350"/>
                <a:gridCol w="1485901"/>
              </a:tblGrid>
              <a:tr h="533158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Cost Drivers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Very</a:t>
                      </a:r>
                      <a:r>
                        <a:rPr lang="en-IN" sz="1600" baseline="0" dirty="0" smtClean="0"/>
                        <a:t> Low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Low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Nominal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High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Very High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Extra High</a:t>
                      </a:r>
                      <a:endParaRPr lang="en-IN" sz="1600" dirty="0"/>
                    </a:p>
                  </a:txBody>
                  <a:tcPr marL="99060" marR="99060"/>
                </a:tc>
              </a:tr>
              <a:tr h="30867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RELY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0.75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0.88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1.00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1.15</a:t>
                      </a:r>
                      <a:endParaRPr lang="en-IN" sz="1600" b="1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1.40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--</a:t>
                      </a:r>
                      <a:endParaRPr lang="en-IN" sz="1600" dirty="0"/>
                    </a:p>
                  </a:txBody>
                  <a:tcPr marL="99060" marR="99060"/>
                </a:tc>
              </a:tr>
              <a:tr h="30867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CPLX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0.70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0.85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1.00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1.15</a:t>
                      </a:r>
                      <a:endParaRPr lang="en-IN" sz="1600" b="1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1.30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1.65</a:t>
                      </a:r>
                      <a:endParaRPr lang="en-IN" sz="1600" dirty="0"/>
                    </a:p>
                  </a:txBody>
                  <a:tcPr marL="99060" marR="99060"/>
                </a:tc>
              </a:tr>
              <a:tr h="30867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ACAP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1.46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1.19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1.00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0.86</a:t>
                      </a:r>
                      <a:endParaRPr lang="en-IN" sz="1600" b="1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0.71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 marL="99060" marR="99060"/>
                </a:tc>
              </a:tr>
              <a:tr h="30867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LEXP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1.14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/>
                        <a:t>1.07</a:t>
                      </a:r>
                      <a:endParaRPr lang="en-IN" sz="1600" b="1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1.00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0.95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--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--</a:t>
                      </a:r>
                      <a:endParaRPr lang="en-IN" sz="1600" dirty="0"/>
                    </a:p>
                  </a:txBody>
                  <a:tcPr marL="99060" marR="99060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46497" y="4604038"/>
          <a:ext cx="9493253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753"/>
                <a:gridCol w="1364366"/>
                <a:gridCol w="1318507"/>
                <a:gridCol w="1230607"/>
                <a:gridCol w="1758011"/>
                <a:gridCol w="1758009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Plan &amp; Req</a:t>
                      </a:r>
                      <a:r>
                        <a:rPr lang="en-IN" sz="1600" baseline="30000" dirty="0" smtClean="0"/>
                        <a:t>r</a:t>
                      </a:r>
                      <a:endParaRPr lang="en-IN" sz="1600" baseline="300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System Design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Detail Design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Module</a:t>
                      </a:r>
                      <a:r>
                        <a:rPr lang="en-IN" sz="1600" baseline="0" dirty="0" smtClean="0"/>
                        <a:t> code &amp; test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Integration &amp;</a:t>
                      </a:r>
                      <a:r>
                        <a:rPr lang="en-IN" sz="1600" baseline="0" dirty="0" smtClean="0"/>
                        <a:t> Test</a:t>
                      </a:r>
                      <a:endParaRPr lang="en-IN" sz="1600" dirty="0"/>
                    </a:p>
                  </a:txBody>
                  <a:tcPr marL="99060" marR="9906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Organic Small </a:t>
                      </a:r>
                      <a:r>
                        <a:rPr lang="en-IN" sz="1600" b="1" dirty="0" smtClean="0"/>
                        <a:t>µ</a:t>
                      </a:r>
                      <a:r>
                        <a:rPr lang="en-IN" sz="1600" b="1" baseline="-25000" dirty="0" smtClean="0"/>
                        <a:t>p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0.06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0.16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0.26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0.42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0.16</a:t>
                      </a:r>
                      <a:endParaRPr lang="en-IN" sz="1600" dirty="0"/>
                    </a:p>
                  </a:txBody>
                  <a:tcPr marL="99060" marR="99060"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smtClean="0"/>
                        <a:t>Organic Small </a:t>
                      </a:r>
                      <a:r>
                        <a:rPr lang="en-GB" sz="1600" b="1" dirty="0" err="1" smtClean="0">
                          <a:latin typeface="Courier New" pitchFamily="49" charset="0"/>
                          <a:cs typeface="Courier New" pitchFamily="49" charset="0"/>
                        </a:rPr>
                        <a:t>τ</a:t>
                      </a:r>
                      <a:r>
                        <a:rPr lang="en-GB" sz="1600" b="1" baseline="-25000" dirty="0" err="1" smtClean="0"/>
                        <a:t>p</a:t>
                      </a:r>
                      <a:endParaRPr lang="en-IN" sz="1600" dirty="0" smtClean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0.10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0.19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0.24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0.39</a:t>
                      </a:r>
                      <a:endParaRPr lang="en-IN" sz="16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0.18</a:t>
                      </a:r>
                      <a:endParaRPr lang="en-IN" sz="1600" dirty="0"/>
                    </a:p>
                  </a:txBody>
                  <a:tcPr marL="99060" marR="99060"/>
                </a:tc>
              </a:tr>
            </a:tbl>
          </a:graphicData>
        </a:graphic>
      </p:graphicFrame>
      <p:sp>
        <p:nvSpPr>
          <p:cNvPr id="5742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FE7F9B3-7ED7-41CA-A4D0-49020968F7D3}" type="slidenum">
              <a:rPr lang="en-US" smtClean="0"/>
              <a:pPr/>
              <a:t>10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4"/>
          <p:cNvSpPr txBox="1">
            <a:spLocks noChangeArrowheads="1"/>
          </p:cNvSpPr>
          <p:nvPr/>
        </p:nvSpPr>
        <p:spPr bwMode="auto">
          <a:xfrm>
            <a:off x="990600" y="1066801"/>
            <a:ext cx="81724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800"/>
          </a:p>
        </p:txBody>
      </p:sp>
      <p:sp>
        <p:nvSpPr>
          <p:cNvPr id="58371" name="Rectangle 8"/>
          <p:cNvSpPr>
            <a:spLocks noGrp="1"/>
          </p:cNvSpPr>
          <p:nvPr>
            <p:ph idx="1"/>
          </p:nvPr>
        </p:nvSpPr>
        <p:spPr>
          <a:xfrm>
            <a:off x="428229" y="1600200"/>
            <a:ext cx="9283435" cy="5257800"/>
          </a:xfrm>
        </p:spPr>
        <p:txBody>
          <a:bodyPr/>
          <a:lstStyle/>
          <a:p>
            <a:pPr marL="812800" lvl="1" indent="-457200">
              <a:buFont typeface="Monotype Sorts" pitchFamily="2" charset="2"/>
              <a:buNone/>
            </a:pPr>
            <a:r>
              <a:rPr lang="en-US" sz="2000" dirty="0" smtClean="0"/>
              <a:t>Size of modules : 4 + 2 + 1 + 2 + 3 = </a:t>
            </a:r>
            <a:r>
              <a:rPr lang="en-US" sz="2000" dirty="0" smtClean="0"/>
              <a:t>12 </a:t>
            </a:r>
            <a:r>
              <a:rPr lang="en-US" sz="2000" dirty="0" smtClean="0"/>
              <a:t>KLOC   </a:t>
            </a:r>
            <a:r>
              <a:rPr lang="en-US" sz="2000" b="1" dirty="0" smtClean="0"/>
              <a:t>[Organic]</a:t>
            </a:r>
          </a:p>
          <a:p>
            <a:pPr marL="812800" lvl="1" indent="-457200">
              <a:buFont typeface="Monotype Sorts" pitchFamily="2" charset="2"/>
              <a:buNone/>
            </a:pPr>
            <a:endParaRPr lang="en-US" sz="2000" dirty="0" smtClean="0"/>
          </a:p>
          <a:p>
            <a:pPr marL="812800" lvl="1" indent="-457200">
              <a:buFont typeface="Monotype Sorts" pitchFamily="2" charset="2"/>
              <a:buNone/>
            </a:pPr>
            <a:r>
              <a:rPr lang="en-US" sz="2000" dirty="0" smtClean="0"/>
              <a:t>	EAF = 1.15 * 1.15 * 0.86 * 1.07 = 1.2169</a:t>
            </a:r>
          </a:p>
          <a:p>
            <a:pPr marL="812800" lvl="1" indent="-457200">
              <a:buFont typeface="Monotype Sorts" pitchFamily="2" charset="2"/>
              <a:buNone/>
            </a:pPr>
            <a:endParaRPr lang="en-US" sz="2000" dirty="0" smtClean="0"/>
          </a:p>
          <a:p>
            <a:pPr marL="812800" lvl="1" indent="-457200">
              <a:buFont typeface="Monotype Sorts" pitchFamily="2" charset="2"/>
              <a:buNone/>
            </a:pPr>
            <a:r>
              <a:rPr lang="en-US" sz="2000" dirty="0" smtClean="0"/>
              <a:t>Initial Effort (E)  = </a:t>
            </a:r>
            <a:r>
              <a:rPr lang="en-US" sz="2000" dirty="0" err="1" smtClean="0"/>
              <a:t>ab</a:t>
            </a:r>
            <a:r>
              <a:rPr lang="en-US" sz="2000" dirty="0" smtClean="0"/>
              <a:t>(KLOC)bb * EAF = 3.2*(12)1.05 * 1.2169 </a:t>
            </a:r>
            <a:br>
              <a:rPr lang="en-US" sz="2000" dirty="0" smtClean="0"/>
            </a:br>
            <a:r>
              <a:rPr lang="en-US" sz="2000" dirty="0" smtClean="0"/>
              <a:t>=  52.9 person-months</a:t>
            </a:r>
          </a:p>
          <a:p>
            <a:pPr marL="812800" lvl="1" indent="-457200">
              <a:buFont typeface="Monotype Sorts" pitchFamily="2" charset="2"/>
              <a:buNone/>
            </a:pPr>
            <a:endParaRPr lang="en-US" sz="2000" dirty="0" smtClean="0"/>
          </a:p>
          <a:p>
            <a:pPr marL="812800" lvl="1" indent="-457200">
              <a:buFont typeface="Monotype Sorts" pitchFamily="2" charset="2"/>
              <a:buNone/>
            </a:pPr>
            <a:r>
              <a:rPr lang="en-US" sz="2000" dirty="0" smtClean="0"/>
              <a:t>Initial Development Time = </a:t>
            </a:r>
            <a:r>
              <a:rPr lang="en-US" sz="2000" dirty="0" err="1" smtClean="0"/>
              <a:t>cb</a:t>
            </a:r>
            <a:r>
              <a:rPr lang="en-US" sz="2000" dirty="0" smtClean="0"/>
              <a:t>(E)db =2.5*(52.9)0.38 = 11.29 months</a:t>
            </a:r>
          </a:p>
          <a:p>
            <a:pPr marL="812800" lvl="1" indent="-457200">
              <a:buFont typeface="Monotype Sorts" pitchFamily="2" charset="2"/>
              <a:buNone/>
            </a:pPr>
            <a:endParaRPr lang="en-US" sz="2000" dirty="0" smtClean="0"/>
          </a:p>
          <a:p>
            <a:pPr marL="812800" lvl="1" indent="-457200">
              <a:buFont typeface="Monotype Sorts" pitchFamily="2" charset="2"/>
              <a:buNone/>
            </a:pPr>
            <a:r>
              <a:rPr lang="en-US" sz="2000" dirty="0" smtClean="0"/>
              <a:t>	</a:t>
            </a:r>
          </a:p>
        </p:txBody>
      </p:sp>
      <p:sp>
        <p:nvSpPr>
          <p:cNvPr id="10" name="Rectangle 6"/>
          <p:cNvSpPr txBox="1">
            <a:spLocks/>
          </p:cNvSpPr>
          <p:nvPr/>
        </p:nvSpPr>
        <p:spPr bwMode="auto">
          <a:xfrm>
            <a:off x="1129904" y="188913"/>
            <a:ext cx="858176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normAutofit/>
          </a:bodyPr>
          <a:lstStyle>
            <a:extLst/>
          </a:lstStyle>
          <a:p>
            <a:pPr>
              <a:defRPr/>
            </a:pPr>
            <a:r>
              <a:rPr kumimoji="1" lang="en-US" sz="3200" kern="0" dirty="0">
                <a:solidFill>
                  <a:schemeClr val="tx2"/>
                </a:solidFill>
                <a:latin typeface="Elephant" pitchFamily="18" charset="0"/>
                <a:ea typeface="+mj-ea"/>
                <a:cs typeface="+mj-cs"/>
              </a:rPr>
              <a:t>Example (Contd.)</a:t>
            </a:r>
          </a:p>
        </p:txBody>
      </p:sp>
      <p:sp>
        <p:nvSpPr>
          <p:cNvPr id="5837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DF336A0-BD1C-409B-95F9-33E5D306777A}" type="slidenum">
              <a:rPr lang="en-US" smtClean="0"/>
              <a:pPr/>
              <a:t>11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4"/>
          <p:cNvSpPr txBox="1">
            <a:spLocks noChangeArrowheads="1"/>
          </p:cNvSpPr>
          <p:nvPr/>
        </p:nvSpPr>
        <p:spPr bwMode="auto">
          <a:xfrm>
            <a:off x="990600" y="1066801"/>
            <a:ext cx="81724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800"/>
          </a:p>
        </p:txBody>
      </p:sp>
      <p:sp>
        <p:nvSpPr>
          <p:cNvPr id="59395" name="Rectangle 6"/>
          <p:cNvSpPr>
            <a:spLocks noGrp="1"/>
          </p:cNvSpPr>
          <p:nvPr>
            <p:ph type="title"/>
          </p:nvPr>
        </p:nvSpPr>
        <p:spPr>
          <a:xfrm>
            <a:off x="1129904" y="188913"/>
            <a:ext cx="8581760" cy="863600"/>
          </a:xfrm>
        </p:spPr>
        <p:txBody>
          <a:bodyPr/>
          <a:lstStyle/>
          <a:p>
            <a:r>
              <a:rPr lang="en-US" sz="3200" smtClean="0">
                <a:latin typeface="Elephant" pitchFamily="18" charset="0"/>
              </a:rPr>
              <a:t>Example (Contd.)</a:t>
            </a:r>
          </a:p>
        </p:txBody>
      </p:sp>
      <p:sp>
        <p:nvSpPr>
          <p:cNvPr id="59396" name="Rectangle 8"/>
          <p:cNvSpPr>
            <a:spLocks noGrp="1"/>
          </p:cNvSpPr>
          <p:nvPr>
            <p:ph idx="1"/>
          </p:nvPr>
        </p:nvSpPr>
        <p:spPr>
          <a:xfrm>
            <a:off x="816902" y="1676400"/>
            <a:ext cx="9089098" cy="4343400"/>
          </a:xfrm>
        </p:spPr>
        <p:txBody>
          <a:bodyPr/>
          <a:lstStyle/>
          <a:p>
            <a:pPr marL="812800" lvl="1" indent="-457200">
              <a:buFont typeface="Monotype Sorts" pitchFamily="2" charset="2"/>
              <a:buNone/>
            </a:pPr>
            <a:r>
              <a:rPr lang="en-GB" sz="2000" b="1" smtClean="0"/>
              <a:t>Phase wise effort &amp; development time distribution</a:t>
            </a:r>
          </a:p>
          <a:p>
            <a:pPr marL="812800" lvl="1" indent="-457200">
              <a:buFont typeface="Monotype Sorts" pitchFamily="2" charset="2"/>
              <a:buNone/>
            </a:pPr>
            <a:endParaRPr lang="en-IN" sz="2000" b="1" smtClean="0"/>
          </a:p>
          <a:p>
            <a:pPr marL="812800" lvl="1" indent="-457200">
              <a:buFont typeface="Monotype Sorts" pitchFamily="2" charset="2"/>
              <a:buNone/>
            </a:pPr>
            <a:r>
              <a:rPr lang="en-IN" sz="2000" b="1" smtClean="0"/>
              <a:t> </a:t>
            </a:r>
            <a:endParaRPr lang="en-US" sz="2000" smtClean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08051" y="2514600"/>
          <a:ext cx="8420099" cy="289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1320800"/>
                <a:gridCol w="990600"/>
                <a:gridCol w="2311400"/>
                <a:gridCol w="2146299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E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D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Ep</a:t>
                      </a:r>
                      <a:r>
                        <a:rPr lang="en-IN" dirty="0" smtClean="0"/>
                        <a:t> </a:t>
                      </a:r>
                      <a:r>
                        <a:rPr lang="en-IN" sz="1200" dirty="0" smtClean="0"/>
                        <a:t>(in person-months)</a:t>
                      </a:r>
                      <a:endParaRPr lang="en-IN" sz="12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Dp</a:t>
                      </a:r>
                      <a:r>
                        <a:rPr lang="en-IN" dirty="0" smtClean="0"/>
                        <a:t> </a:t>
                      </a:r>
                      <a:r>
                        <a:rPr kumimoji="0" lang="en-IN" sz="12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(in months)</a:t>
                      </a:r>
                    </a:p>
                  </a:txBody>
                  <a:tcPr marL="99060" marR="99060"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Plan &amp; Requirement</a:t>
                      </a:r>
                      <a:endParaRPr lang="en-IN" baseline="30000" dirty="0" smtClean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52.9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11.29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0.06*52.9 = 3.17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0.10*11.29=1.12</a:t>
                      </a:r>
                      <a:endParaRPr lang="en-IN" dirty="0"/>
                    </a:p>
                  </a:txBody>
                  <a:tcPr marL="99060" marR="9906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System Design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52.9</a:t>
                      </a:r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11.29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0.16*52.9=8.46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0.19*11.29=2.14</a:t>
                      </a:r>
                      <a:endParaRPr lang="en-IN" dirty="0"/>
                    </a:p>
                  </a:txBody>
                  <a:tcPr marL="99060" marR="9906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Detail Design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52.9</a:t>
                      </a:r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11.29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0.26*52.9=13.74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0.24*11.29=2.70</a:t>
                      </a:r>
                      <a:endParaRPr lang="en-IN" dirty="0"/>
                    </a:p>
                  </a:txBody>
                  <a:tcPr marL="99060" marR="9906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Module code &amp; test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52.9</a:t>
                      </a:r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11.29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0.42*52.9=22.21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0.39*11.29=4.40</a:t>
                      </a:r>
                      <a:endParaRPr lang="en-IN" dirty="0"/>
                    </a:p>
                  </a:txBody>
                  <a:tcPr marL="99060" marR="9906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Integration &amp; test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52.9</a:t>
                      </a:r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11.29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0.16*52.9=8.46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0.18*11.29=2.03</a:t>
                      </a:r>
                      <a:endParaRPr lang="en-IN" dirty="0"/>
                    </a:p>
                  </a:txBody>
                  <a:tcPr marL="99060" marR="9906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 smtClean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56.04</a:t>
                      </a:r>
                      <a:endParaRPr lang="en-IN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12.39</a:t>
                      </a:r>
                      <a:endParaRPr lang="en-IN" dirty="0"/>
                    </a:p>
                  </a:txBody>
                  <a:tcPr marL="99060" marR="99060"/>
                </a:tc>
              </a:tr>
            </a:tbl>
          </a:graphicData>
        </a:graphic>
      </p:graphicFrame>
      <p:sp>
        <p:nvSpPr>
          <p:cNvPr id="5944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3C38B74-BA32-4419-AF74-598E03A9B764}" type="slidenum">
              <a:rPr lang="en-US" smtClean="0"/>
              <a:pPr/>
              <a:t>12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</TotalTime>
  <Words>644</Words>
  <Application>Microsoft Office PowerPoint</Application>
  <PresentationFormat>A4 Paper (210x297 mm)</PresentationFormat>
  <Paragraphs>375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Elephant</vt:lpstr>
      <vt:lpstr>Monotype Sorts</vt:lpstr>
      <vt:lpstr>Aharoni</vt:lpstr>
      <vt:lpstr>Tahoma</vt:lpstr>
      <vt:lpstr>Arial Unicode MS</vt:lpstr>
      <vt:lpstr>Courier New</vt:lpstr>
      <vt:lpstr>Office Theme</vt:lpstr>
      <vt:lpstr>Slide 1</vt:lpstr>
      <vt:lpstr>Intermediate COCOMO</vt:lpstr>
      <vt:lpstr>Cost Drivers</vt:lpstr>
      <vt:lpstr>The Calculation</vt:lpstr>
      <vt:lpstr>Slide 5</vt:lpstr>
      <vt:lpstr>Intermediate COCOMO : Example</vt:lpstr>
      <vt:lpstr>Example (Contd.)</vt:lpstr>
      <vt:lpstr>Complete COCOMO</vt:lpstr>
      <vt:lpstr>The Calculation</vt:lpstr>
      <vt:lpstr>Detailed COCOMO : Example</vt:lpstr>
      <vt:lpstr>Slide 11</vt:lpstr>
      <vt:lpstr>Example (Contd.)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dinesh.verma</cp:lastModifiedBy>
  <cp:revision>76</cp:revision>
  <dcterms:modified xsi:type="dcterms:W3CDTF">2026-04-21T12:32:38Z</dcterms:modified>
</cp:coreProperties>
</file>