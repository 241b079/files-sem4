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0"/>
  </p:notesMasterIdLst>
  <p:sldIdLst>
    <p:sldId id="256" r:id="rId2"/>
    <p:sldId id="286" r:id="rId3"/>
    <p:sldId id="297" r:id="rId4"/>
    <p:sldId id="298" r:id="rId5"/>
    <p:sldId id="299" r:id="rId6"/>
    <p:sldId id="300" r:id="rId7"/>
    <p:sldId id="301" r:id="rId8"/>
    <p:sldId id="302" r:id="rId9"/>
  </p:sldIdLst>
  <p:sldSz cx="9906000" cy="6858000" type="A4"/>
  <p:notesSz cx="6629400" cy="9753600"/>
  <p:embeddedFontLst>
    <p:embeddedFont>
      <p:font typeface="Calibri" pitchFamily="34" charset="0"/>
      <p:regular r:id="rId11"/>
      <p:bold r:id="rId12"/>
      <p:italic r:id="rId13"/>
      <p:boldItalic r:id="rId14"/>
    </p:embeddedFont>
    <p:embeddedFont>
      <p:font typeface="Tahoma" pitchFamily="34" charset="0"/>
      <p:regular r:id="rId15"/>
      <p:bold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000000"/>
          </p15:clr>
        </p15:guide>
        <p15:guide id="2" pos="312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1380" y="-84"/>
      </p:cViewPr>
      <p:guideLst>
        <p:guide orient="horz" pos="2160"/>
        <p:guide pos="312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body" idx="1"/>
          </p:nvPr>
        </p:nvSpPr>
        <p:spPr>
          <a:xfrm>
            <a:off x="800100" y="4635500"/>
            <a:ext cx="5029200" cy="4114800"/>
          </a:xfrm>
          <a:prstGeom prst="rect">
            <a:avLst/>
          </a:prstGeom>
          <a:noFill/>
          <a:ln>
            <a:noFill/>
          </a:ln>
        </p:spPr>
        <p:txBody>
          <a:bodyPr spcFirstLastPara="1" wrap="square" lIns="90475" tIns="44450" rIns="90475" bIns="4445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4" name="Google Shape;4;n"/>
          <p:cNvSpPr>
            <a:spLocks noGrp="1" noRot="1" noChangeAspect="1"/>
          </p:cNvSpPr>
          <p:nvPr>
            <p:ph type="sldImg" idx="2"/>
          </p:nvPr>
        </p:nvSpPr>
        <p:spPr>
          <a:xfrm>
            <a:off x="847725" y="850900"/>
            <a:ext cx="4933950" cy="3416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800100" y="46355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303338" y="830263"/>
            <a:ext cx="3997325" cy="27686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495300" y="274637"/>
            <a:ext cx="89154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3" name="Google Shape;13;p2"/>
          <p:cNvSpPr txBox="1">
            <a:spLocks noGrp="1"/>
          </p:cNvSpPr>
          <p:nvPr>
            <p:ph type="body" idx="1"/>
          </p:nvPr>
        </p:nvSpPr>
        <p:spPr>
          <a:xfrm>
            <a:off x="495300" y="1600200"/>
            <a:ext cx="8915400" cy="45259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 name="Google Shape;14;p2"/>
          <p:cNvSpPr txBox="1">
            <a:spLocks noGrp="1"/>
          </p:cNvSpPr>
          <p:nvPr>
            <p:ph type="dt" idx="10"/>
          </p:nvPr>
        </p:nvSpPr>
        <p:spPr>
          <a:xfrm>
            <a:off x="495300" y="6356350"/>
            <a:ext cx="2311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3384550" y="6356350"/>
            <a:ext cx="31369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7099300" y="6356350"/>
            <a:ext cx="2311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1pPr>
            <a:lvl2pPr marL="0" marR="0" lvl="1"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2pPr>
            <a:lvl3pPr marL="0" marR="0" lvl="2"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3pPr>
            <a:lvl4pPr marL="0" marR="0" lvl="3"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4pPr>
            <a:lvl5pPr marL="0" marR="0" lvl="4"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5pPr>
            <a:lvl6pPr marL="0" marR="0" lvl="5"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6pPr>
            <a:lvl7pPr marL="0" marR="0" lvl="6"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7pPr>
            <a:lvl8pPr marL="0" marR="0" lvl="7"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8pPr>
            <a:lvl9pPr marL="0" marR="0" lvl="8"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495300" y="273050"/>
            <a:ext cx="3259006"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3872972" y="273055"/>
            <a:ext cx="5537729"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39" name="Google Shape;39;p6"/>
          <p:cNvSpPr txBox="1">
            <a:spLocks noGrp="1"/>
          </p:cNvSpPr>
          <p:nvPr>
            <p:ph type="body" idx="2"/>
          </p:nvPr>
        </p:nvSpPr>
        <p:spPr>
          <a:xfrm>
            <a:off x="495300" y="1435103"/>
            <a:ext cx="3259006"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40" name="Google Shape;40;p6"/>
          <p:cNvSpPr txBox="1">
            <a:spLocks noGrp="1"/>
          </p:cNvSpPr>
          <p:nvPr>
            <p:ph type="dt" idx="10"/>
          </p:nvPr>
        </p:nvSpPr>
        <p:spPr>
          <a:xfrm>
            <a:off x="495300" y="6356350"/>
            <a:ext cx="2311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6"/>
          <p:cNvSpPr txBox="1">
            <a:spLocks noGrp="1"/>
          </p:cNvSpPr>
          <p:nvPr>
            <p:ph type="ftr" idx="11"/>
          </p:nvPr>
        </p:nvSpPr>
        <p:spPr>
          <a:xfrm>
            <a:off x="3384550" y="6356350"/>
            <a:ext cx="31369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sldNum" idx="12"/>
          </p:nvPr>
        </p:nvSpPr>
        <p:spPr>
          <a:xfrm>
            <a:off x="7099300" y="6356350"/>
            <a:ext cx="2311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1pPr>
            <a:lvl2pPr marL="0" marR="0" lvl="1"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2pPr>
            <a:lvl3pPr marL="0" marR="0" lvl="2"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3pPr>
            <a:lvl4pPr marL="0" marR="0" lvl="3"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4pPr>
            <a:lvl5pPr marL="0" marR="0" lvl="4"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5pPr>
            <a:lvl6pPr marL="0" marR="0" lvl="5"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6pPr>
            <a:lvl7pPr marL="0" marR="0" lvl="6"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7pPr>
            <a:lvl8pPr marL="0" marR="0" lvl="7"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8pPr>
            <a:lvl9pPr marL="0" marR="0" lvl="8"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2"/>
        <p:cNvGrpSpPr/>
        <p:nvPr/>
      </p:nvGrpSpPr>
      <p:grpSpPr>
        <a:xfrm>
          <a:off x="0" y="0"/>
          <a:ext cx="0" cy="0"/>
          <a:chOff x="0" y="0"/>
          <a:chExt cx="0" cy="0"/>
        </a:xfrm>
      </p:grpSpPr>
      <p:sp>
        <p:nvSpPr>
          <p:cNvPr id="53" name="Google Shape;53;p9"/>
          <p:cNvSpPr txBox="1">
            <a:spLocks noGrp="1"/>
          </p:cNvSpPr>
          <p:nvPr>
            <p:ph type="title"/>
          </p:nvPr>
        </p:nvSpPr>
        <p:spPr>
          <a:xfrm>
            <a:off x="495300" y="274637"/>
            <a:ext cx="89154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4" name="Google Shape;54;p9"/>
          <p:cNvSpPr txBox="1">
            <a:spLocks noGrp="1"/>
          </p:cNvSpPr>
          <p:nvPr>
            <p:ph type="body" idx="1"/>
          </p:nvPr>
        </p:nvSpPr>
        <p:spPr>
          <a:xfrm>
            <a:off x="495300" y="1535113"/>
            <a:ext cx="4376870"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5" name="Google Shape;55;p9"/>
          <p:cNvSpPr txBox="1">
            <a:spLocks noGrp="1"/>
          </p:cNvSpPr>
          <p:nvPr>
            <p:ph type="body" idx="2"/>
          </p:nvPr>
        </p:nvSpPr>
        <p:spPr>
          <a:xfrm>
            <a:off x="495300" y="2174875"/>
            <a:ext cx="4376870"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6" name="Google Shape;56;p9"/>
          <p:cNvSpPr txBox="1">
            <a:spLocks noGrp="1"/>
          </p:cNvSpPr>
          <p:nvPr>
            <p:ph type="body" idx="3"/>
          </p:nvPr>
        </p:nvSpPr>
        <p:spPr>
          <a:xfrm>
            <a:off x="5032113" y="1535113"/>
            <a:ext cx="4378590"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7" name="Google Shape;57;p9"/>
          <p:cNvSpPr txBox="1">
            <a:spLocks noGrp="1"/>
          </p:cNvSpPr>
          <p:nvPr>
            <p:ph type="body" idx="4"/>
          </p:nvPr>
        </p:nvSpPr>
        <p:spPr>
          <a:xfrm>
            <a:off x="5032113" y="2174875"/>
            <a:ext cx="4378590"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8" name="Google Shape;58;p9"/>
          <p:cNvSpPr txBox="1">
            <a:spLocks noGrp="1"/>
          </p:cNvSpPr>
          <p:nvPr>
            <p:ph type="dt" idx="10"/>
          </p:nvPr>
        </p:nvSpPr>
        <p:spPr>
          <a:xfrm>
            <a:off x="495300" y="6356350"/>
            <a:ext cx="2311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384550" y="6356350"/>
            <a:ext cx="31369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7099300" y="6356350"/>
            <a:ext cx="2311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1pPr>
            <a:lvl2pPr marL="0" marR="0" lvl="1"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2pPr>
            <a:lvl3pPr marL="0" marR="0" lvl="2"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3pPr>
            <a:lvl4pPr marL="0" marR="0" lvl="3"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4pPr>
            <a:lvl5pPr marL="0" marR="0" lvl="4"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5pPr>
            <a:lvl6pPr marL="0" marR="0" lvl="5"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6pPr>
            <a:lvl7pPr marL="0" marR="0" lvl="6"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7pPr>
            <a:lvl8pPr marL="0" marR="0" lvl="7"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8pPr>
            <a:lvl9pPr marL="0" marR="0" lvl="8"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782506" y="4406905"/>
            <a:ext cx="84201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0" name="Google Shape;70;p11"/>
          <p:cNvSpPr txBox="1">
            <a:spLocks noGrp="1"/>
          </p:cNvSpPr>
          <p:nvPr>
            <p:ph type="body" idx="1"/>
          </p:nvPr>
        </p:nvSpPr>
        <p:spPr>
          <a:xfrm>
            <a:off x="782506" y="2906713"/>
            <a:ext cx="84201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71" name="Google Shape;71;p11"/>
          <p:cNvSpPr txBox="1">
            <a:spLocks noGrp="1"/>
          </p:cNvSpPr>
          <p:nvPr>
            <p:ph type="dt" idx="10"/>
          </p:nvPr>
        </p:nvSpPr>
        <p:spPr>
          <a:xfrm>
            <a:off x="495300" y="6356350"/>
            <a:ext cx="2311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384550" y="6356350"/>
            <a:ext cx="31369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7099300" y="6356350"/>
            <a:ext cx="2311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1pPr>
            <a:lvl2pPr marL="0" marR="0" lvl="1"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2pPr>
            <a:lvl3pPr marL="0" marR="0" lvl="2"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3pPr>
            <a:lvl4pPr marL="0" marR="0" lvl="3"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4pPr>
            <a:lvl5pPr marL="0" marR="0" lvl="4"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5pPr>
            <a:lvl6pPr marL="0" marR="0" lvl="5"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6pPr>
            <a:lvl7pPr marL="0" marR="0" lvl="6"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7pPr>
            <a:lvl8pPr marL="0" marR="0" lvl="7"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8pPr>
            <a:lvl9pPr marL="0" marR="0" lvl="8"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4"/>
        <p:cNvGrpSpPr/>
        <p:nvPr/>
      </p:nvGrpSpPr>
      <p:grpSpPr>
        <a:xfrm>
          <a:off x="0" y="0"/>
          <a:ext cx="0" cy="0"/>
          <a:chOff x="0" y="0"/>
          <a:chExt cx="0" cy="0"/>
        </a:xfrm>
      </p:grpSpPr>
      <p:sp>
        <p:nvSpPr>
          <p:cNvPr id="75" name="Google Shape;75;p12"/>
          <p:cNvSpPr txBox="1">
            <a:spLocks noGrp="1"/>
          </p:cNvSpPr>
          <p:nvPr>
            <p:ph type="ctrTitle"/>
          </p:nvPr>
        </p:nvSpPr>
        <p:spPr>
          <a:xfrm>
            <a:off x="742950" y="2130430"/>
            <a:ext cx="84201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6" name="Google Shape;76;p12"/>
          <p:cNvSpPr txBox="1">
            <a:spLocks noGrp="1"/>
          </p:cNvSpPr>
          <p:nvPr>
            <p:ph type="subTitle" idx="1"/>
          </p:nvPr>
        </p:nvSpPr>
        <p:spPr>
          <a:xfrm>
            <a:off x="1485900" y="3886200"/>
            <a:ext cx="69342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77" name="Google Shape;77;p12"/>
          <p:cNvSpPr txBox="1">
            <a:spLocks noGrp="1"/>
          </p:cNvSpPr>
          <p:nvPr>
            <p:ph type="dt" idx="10"/>
          </p:nvPr>
        </p:nvSpPr>
        <p:spPr>
          <a:xfrm>
            <a:off x="495300" y="6356350"/>
            <a:ext cx="2311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384550" y="6356350"/>
            <a:ext cx="31369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7099300" y="6356350"/>
            <a:ext cx="2311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1pPr>
            <a:lvl2pPr marL="0" marR="0" lvl="1"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2pPr>
            <a:lvl3pPr marL="0" marR="0" lvl="2"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3pPr>
            <a:lvl4pPr marL="0" marR="0" lvl="3"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4pPr>
            <a:lvl5pPr marL="0" marR="0" lvl="4"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5pPr>
            <a:lvl6pPr marL="0" marR="0" lvl="5"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6pPr>
            <a:lvl7pPr marL="0" marR="0" lvl="6"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7pPr>
            <a:lvl8pPr marL="0" marR="0" lvl="7"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8pPr>
            <a:lvl9pPr marL="0" marR="0" lvl="8" indent="0" algn="r">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95300" y="274637"/>
            <a:ext cx="89154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7" name="Google Shape;7;p1"/>
          <p:cNvSpPr txBox="1">
            <a:spLocks noGrp="1"/>
          </p:cNvSpPr>
          <p:nvPr>
            <p:ph type="body" idx="1"/>
          </p:nvPr>
        </p:nvSpPr>
        <p:spPr>
          <a:xfrm>
            <a:off x="495300" y="1600200"/>
            <a:ext cx="89154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95300" y="6356350"/>
            <a:ext cx="2311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SzPts val="1400"/>
              <a:buNone/>
              <a:defRPr sz="18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SzPts val="1400"/>
              <a:buNone/>
              <a:defRPr sz="18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SzPts val="1400"/>
              <a:buNone/>
              <a:defRPr sz="18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SzPts val="1400"/>
              <a:buNone/>
              <a:defRPr sz="18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SzPts val="1400"/>
              <a:buNone/>
              <a:defRPr sz="18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SzPts val="1400"/>
              <a:buNone/>
              <a:defRPr sz="18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SzPts val="1400"/>
              <a:buNone/>
              <a:defRPr sz="18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SzPts val="1400"/>
              <a:buNone/>
              <a:defRPr sz="1800" b="0" i="0" u="none" strike="noStrike" cap="none">
                <a:solidFill>
                  <a:schemeClr val="dk1"/>
                </a:solidFill>
                <a:latin typeface="Tahoma"/>
                <a:ea typeface="Tahoma"/>
                <a:cs typeface="Tahoma"/>
                <a:sym typeface="Tahoma"/>
              </a:defRPr>
            </a:lvl9pPr>
          </a:lstStyle>
          <a:p>
            <a:endParaRPr/>
          </a:p>
        </p:txBody>
      </p:sp>
      <p:sp>
        <p:nvSpPr>
          <p:cNvPr id="9" name="Google Shape;9;p1"/>
          <p:cNvSpPr txBox="1">
            <a:spLocks noGrp="1"/>
          </p:cNvSpPr>
          <p:nvPr>
            <p:ph type="ftr" idx="11"/>
          </p:nvPr>
        </p:nvSpPr>
        <p:spPr>
          <a:xfrm>
            <a:off x="3384550" y="6356350"/>
            <a:ext cx="31369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strike="noStrike" cap="none">
                <a:solidFill>
                  <a:schemeClr val="dk1"/>
                </a:solidFill>
                <a:latin typeface="Tahoma"/>
                <a:ea typeface="Tahoma"/>
                <a:cs typeface="Tahoma"/>
                <a:sym typeface="Tahoma"/>
              </a:defRPr>
            </a:lvl1pPr>
            <a:lvl2pPr marR="0" lvl="1" algn="l" rtl="0">
              <a:lnSpc>
                <a:spcPct val="100000"/>
              </a:lnSpc>
              <a:spcBef>
                <a:spcPts val="0"/>
              </a:spcBef>
              <a:spcAft>
                <a:spcPts val="0"/>
              </a:spcAft>
              <a:buSzPts val="1400"/>
              <a:buNone/>
              <a:defRPr sz="1800" b="0" i="0" u="none" strike="noStrike" cap="none">
                <a:solidFill>
                  <a:schemeClr val="dk1"/>
                </a:solidFill>
                <a:latin typeface="Tahoma"/>
                <a:ea typeface="Tahoma"/>
                <a:cs typeface="Tahoma"/>
                <a:sym typeface="Tahoma"/>
              </a:defRPr>
            </a:lvl2pPr>
            <a:lvl3pPr marR="0" lvl="2" algn="l" rtl="0">
              <a:lnSpc>
                <a:spcPct val="100000"/>
              </a:lnSpc>
              <a:spcBef>
                <a:spcPts val="0"/>
              </a:spcBef>
              <a:spcAft>
                <a:spcPts val="0"/>
              </a:spcAft>
              <a:buSzPts val="1400"/>
              <a:buNone/>
              <a:defRPr sz="1800" b="0" i="0" u="none" strike="noStrike" cap="none">
                <a:solidFill>
                  <a:schemeClr val="dk1"/>
                </a:solidFill>
                <a:latin typeface="Tahoma"/>
                <a:ea typeface="Tahoma"/>
                <a:cs typeface="Tahoma"/>
                <a:sym typeface="Tahoma"/>
              </a:defRPr>
            </a:lvl3pPr>
            <a:lvl4pPr marR="0" lvl="3" algn="l" rtl="0">
              <a:lnSpc>
                <a:spcPct val="100000"/>
              </a:lnSpc>
              <a:spcBef>
                <a:spcPts val="0"/>
              </a:spcBef>
              <a:spcAft>
                <a:spcPts val="0"/>
              </a:spcAft>
              <a:buSzPts val="1400"/>
              <a:buNone/>
              <a:defRPr sz="1800" b="0" i="0" u="none" strike="noStrike" cap="none">
                <a:solidFill>
                  <a:schemeClr val="dk1"/>
                </a:solidFill>
                <a:latin typeface="Tahoma"/>
                <a:ea typeface="Tahoma"/>
                <a:cs typeface="Tahoma"/>
                <a:sym typeface="Tahoma"/>
              </a:defRPr>
            </a:lvl4pPr>
            <a:lvl5pPr marR="0" lvl="4" algn="l" rtl="0">
              <a:lnSpc>
                <a:spcPct val="100000"/>
              </a:lnSpc>
              <a:spcBef>
                <a:spcPts val="0"/>
              </a:spcBef>
              <a:spcAft>
                <a:spcPts val="0"/>
              </a:spcAft>
              <a:buSzPts val="1400"/>
              <a:buNone/>
              <a:defRPr sz="1800" b="0" i="0" u="none" strike="noStrike" cap="none">
                <a:solidFill>
                  <a:schemeClr val="dk1"/>
                </a:solidFill>
                <a:latin typeface="Tahoma"/>
                <a:ea typeface="Tahoma"/>
                <a:cs typeface="Tahoma"/>
                <a:sym typeface="Tahoma"/>
              </a:defRPr>
            </a:lvl5pPr>
            <a:lvl6pPr marR="0" lvl="5" algn="l" rtl="0">
              <a:lnSpc>
                <a:spcPct val="100000"/>
              </a:lnSpc>
              <a:spcBef>
                <a:spcPts val="0"/>
              </a:spcBef>
              <a:spcAft>
                <a:spcPts val="0"/>
              </a:spcAft>
              <a:buSzPts val="1400"/>
              <a:buNone/>
              <a:defRPr sz="1800" b="0" i="0" u="none" strike="noStrike" cap="none">
                <a:solidFill>
                  <a:schemeClr val="dk1"/>
                </a:solidFill>
                <a:latin typeface="Tahoma"/>
                <a:ea typeface="Tahoma"/>
                <a:cs typeface="Tahoma"/>
                <a:sym typeface="Tahoma"/>
              </a:defRPr>
            </a:lvl6pPr>
            <a:lvl7pPr marR="0" lvl="6" algn="l" rtl="0">
              <a:lnSpc>
                <a:spcPct val="100000"/>
              </a:lnSpc>
              <a:spcBef>
                <a:spcPts val="0"/>
              </a:spcBef>
              <a:spcAft>
                <a:spcPts val="0"/>
              </a:spcAft>
              <a:buSzPts val="1400"/>
              <a:buNone/>
              <a:defRPr sz="1800" b="0" i="0" u="none" strike="noStrike" cap="none">
                <a:solidFill>
                  <a:schemeClr val="dk1"/>
                </a:solidFill>
                <a:latin typeface="Tahoma"/>
                <a:ea typeface="Tahoma"/>
                <a:cs typeface="Tahoma"/>
                <a:sym typeface="Tahoma"/>
              </a:defRPr>
            </a:lvl7pPr>
            <a:lvl8pPr marR="0" lvl="7" algn="l" rtl="0">
              <a:lnSpc>
                <a:spcPct val="100000"/>
              </a:lnSpc>
              <a:spcBef>
                <a:spcPts val="0"/>
              </a:spcBef>
              <a:spcAft>
                <a:spcPts val="0"/>
              </a:spcAft>
              <a:buSzPts val="1400"/>
              <a:buNone/>
              <a:defRPr sz="1800" b="0" i="0" u="none" strike="noStrike" cap="none">
                <a:solidFill>
                  <a:schemeClr val="dk1"/>
                </a:solidFill>
                <a:latin typeface="Tahoma"/>
                <a:ea typeface="Tahoma"/>
                <a:cs typeface="Tahoma"/>
                <a:sym typeface="Tahoma"/>
              </a:defRPr>
            </a:lvl8pPr>
            <a:lvl9pPr marR="0" lvl="8" algn="l" rtl="0">
              <a:lnSpc>
                <a:spcPct val="100000"/>
              </a:lnSpc>
              <a:spcBef>
                <a:spcPts val="0"/>
              </a:spcBef>
              <a:spcAft>
                <a:spcPts val="0"/>
              </a:spcAft>
              <a:buSzPts val="1400"/>
              <a:buNone/>
              <a:defRPr sz="1800" b="0" i="0" u="none" strike="noStrike" cap="none">
                <a:solidFill>
                  <a:schemeClr val="dk1"/>
                </a:solidFill>
                <a:latin typeface="Tahoma"/>
                <a:ea typeface="Tahoma"/>
                <a:cs typeface="Tahoma"/>
                <a:sym typeface="Tahoma"/>
              </a:defRPr>
            </a:lvl9pPr>
          </a:lstStyle>
          <a:p>
            <a:endParaRPr/>
          </a:p>
        </p:txBody>
      </p:sp>
      <p:sp>
        <p:nvSpPr>
          <p:cNvPr id="10" name="Google Shape;10;p1"/>
          <p:cNvSpPr txBox="1">
            <a:spLocks noGrp="1"/>
          </p:cNvSpPr>
          <p:nvPr>
            <p:ph type="sldNum" idx="12"/>
          </p:nvPr>
        </p:nvSpPr>
        <p:spPr>
          <a:xfrm>
            <a:off x="7099300" y="6356350"/>
            <a:ext cx="2311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1pPr>
            <a:lvl2pPr marL="0" marR="0" lvl="1" indent="0" algn="r" rtl="0">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2pPr>
            <a:lvl3pPr marL="0" marR="0" lvl="2" indent="0" algn="r" rtl="0">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3pPr>
            <a:lvl4pPr marL="0" marR="0" lvl="3" indent="0" algn="r" rtl="0">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4pPr>
            <a:lvl5pPr marL="0" marR="0" lvl="4" indent="0" algn="r" rtl="0">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5pPr>
            <a:lvl6pPr marL="0" marR="0" lvl="5" indent="0" algn="r" rtl="0">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6pPr>
            <a:lvl7pPr marL="0" marR="0" lvl="6" indent="0" algn="r" rtl="0">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7pPr>
            <a:lvl8pPr marL="0" marR="0" lvl="7" indent="0" algn="r" rtl="0">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8pPr>
            <a:lvl9pPr marL="0" marR="0" lvl="8" indent="0" algn="r" rtl="0">
              <a:lnSpc>
                <a:spcPct val="100000"/>
              </a:lnSpc>
              <a:spcBef>
                <a:spcPts val="0"/>
              </a:spcBef>
              <a:spcAft>
                <a:spcPts val="0"/>
              </a:spcAft>
              <a:buClr>
                <a:srgbClr val="898989"/>
              </a:buClr>
              <a:buSzPts val="1200"/>
              <a:buFont typeface="Tahoma"/>
              <a:buNone/>
              <a:defRPr sz="1200" b="0" i="0" u="none" strike="noStrike" cap="none">
                <a:solidFill>
                  <a:srgbClr val="898989"/>
                </a:solidFill>
                <a:latin typeface="Tahoma"/>
                <a:ea typeface="Tahoma"/>
                <a:cs typeface="Tahoma"/>
                <a:sym typeface="Tahoma"/>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5" r:id="rId3"/>
    <p:sldLayoutId id="2147483657" r:id="rId4"/>
    <p:sldLayoutId id="2147483658"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cxnSp>
        <p:nvCxnSpPr>
          <p:cNvPr id="84" name="Google Shape;84;p13"/>
          <p:cNvCxnSpPr/>
          <p:nvPr/>
        </p:nvCxnSpPr>
        <p:spPr>
          <a:xfrm>
            <a:off x="0" y="4038600"/>
            <a:ext cx="9906000" cy="0"/>
          </a:xfrm>
          <a:prstGeom prst="straightConnector1">
            <a:avLst/>
          </a:prstGeom>
          <a:noFill/>
          <a:ln w="50800" cap="flat" cmpd="sng">
            <a:solidFill>
              <a:schemeClr val="accent1"/>
            </a:solidFill>
            <a:prstDash val="solid"/>
            <a:miter lim="800000"/>
            <a:headEnd type="none" w="med" len="med"/>
            <a:tailEnd type="none" w="med" len="med"/>
          </a:ln>
        </p:spPr>
      </p:cxnSp>
      <p:sp>
        <p:nvSpPr>
          <p:cNvPr id="85" name="Google Shape;85;p13"/>
          <p:cNvSpPr txBox="1">
            <a:spLocks noGrp="1"/>
          </p:cNvSpPr>
          <p:nvPr>
            <p:ph type="body" idx="1"/>
          </p:nvPr>
        </p:nvSpPr>
        <p:spPr>
          <a:xfrm>
            <a:off x="725487" y="1981200"/>
            <a:ext cx="8455025" cy="2057400"/>
          </a:xfrm>
          <a:prstGeom prst="rect">
            <a:avLst/>
          </a:prstGeom>
          <a:noFill/>
          <a:ln>
            <a:noFill/>
          </a:ln>
        </p:spPr>
        <p:txBody>
          <a:bodyPr spcFirstLastPara="1" wrap="square" lIns="91425" tIns="45700" rIns="91425" bIns="45700" anchor="t" anchorCtr="0">
            <a:noAutofit/>
          </a:bodyPr>
          <a:lstStyle/>
          <a:p>
            <a:pPr marL="342900" marR="0" lvl="0" indent="-342900" algn="ctr" rtl="0">
              <a:lnSpc>
                <a:spcPct val="100000"/>
              </a:lnSpc>
              <a:spcBef>
                <a:spcPts val="0"/>
              </a:spcBef>
              <a:spcAft>
                <a:spcPts val="0"/>
              </a:spcAft>
              <a:buClr>
                <a:schemeClr val="dk1"/>
              </a:buClr>
              <a:buSzPts val="4400"/>
              <a:buFont typeface="Arial"/>
              <a:buNone/>
            </a:pPr>
            <a:r>
              <a:rPr lang="en-US" sz="4400" b="0" i="0" u="none" strike="noStrike" cap="none" dirty="0" smtClean="0">
                <a:solidFill>
                  <a:schemeClr val="dk1"/>
                </a:solidFill>
                <a:latin typeface="Calibri"/>
                <a:ea typeface="Calibri"/>
                <a:cs typeface="Calibri"/>
                <a:sym typeface="Calibri"/>
              </a:rPr>
              <a:t>Software Estimation-6</a:t>
            </a:r>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IN" dirty="0" smtClean="0"/>
              <a:t>Activity Network and Critical Path</a:t>
            </a:r>
          </a:p>
        </p:txBody>
      </p:sp>
      <p:sp>
        <p:nvSpPr>
          <p:cNvPr id="6" name="Rounded Rectangle 5"/>
          <p:cNvSpPr/>
          <p:nvPr/>
        </p:nvSpPr>
        <p:spPr>
          <a:xfrm>
            <a:off x="463137" y="1508166"/>
            <a:ext cx="9001496" cy="15200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IN" sz="3200" b="1" dirty="0" smtClean="0">
                <a:solidFill>
                  <a:srgbClr val="FF0000"/>
                </a:solidFill>
                <a:latin typeface="Times New Roman" pitchFamily="18" charset="0"/>
                <a:cs typeface="Times New Roman" pitchFamily="18" charset="0"/>
              </a:rPr>
              <a:t>Activity Network:- </a:t>
            </a:r>
            <a:r>
              <a:rPr lang="en-IN" sz="3200" dirty="0" smtClean="0">
                <a:solidFill>
                  <a:srgbClr val="FFFF00"/>
                </a:solidFill>
                <a:latin typeface="Times New Roman" pitchFamily="18" charset="0"/>
                <a:cs typeface="Times New Roman" pitchFamily="18" charset="0"/>
              </a:rPr>
              <a:t>an activity network shows the different activities making up a project, their estimated duration and interdependencies</a:t>
            </a:r>
            <a:endParaRPr lang="en-US" sz="3200" dirty="0">
              <a:solidFill>
                <a:srgbClr val="FFFF00"/>
              </a:solidFill>
              <a:latin typeface="Times New Roman" pitchFamily="18" charset="0"/>
              <a:cs typeface="Times New Roman" pitchFamily="18" charset="0"/>
            </a:endParaRPr>
          </a:p>
        </p:txBody>
      </p:sp>
      <p:sp>
        <p:nvSpPr>
          <p:cNvPr id="7" name="Rounded Rectangle 6"/>
          <p:cNvSpPr/>
          <p:nvPr/>
        </p:nvSpPr>
        <p:spPr>
          <a:xfrm>
            <a:off x="473038" y="3501183"/>
            <a:ext cx="9001496" cy="15200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IN" sz="3200" b="1" dirty="0" smtClean="0">
                <a:solidFill>
                  <a:srgbClr val="FF0000"/>
                </a:solidFill>
                <a:latin typeface="Times New Roman" pitchFamily="18" charset="0"/>
                <a:cs typeface="Times New Roman" pitchFamily="18" charset="0"/>
              </a:rPr>
              <a:t>Critical Path:- </a:t>
            </a:r>
            <a:r>
              <a:rPr lang="en-IN" sz="3200" dirty="0" smtClean="0">
                <a:solidFill>
                  <a:srgbClr val="FFFF00"/>
                </a:solidFill>
                <a:latin typeface="Times New Roman" pitchFamily="18" charset="0"/>
                <a:cs typeface="Times New Roman" pitchFamily="18" charset="0"/>
              </a:rPr>
              <a:t>the longest way from start to finish</a:t>
            </a:r>
            <a:endParaRPr lang="en-US" sz="3200" dirty="0">
              <a:solidFill>
                <a:srgbClr val="FFFF0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checkerboard(across)">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495300" y="274637"/>
            <a:ext cx="8915400" cy="627888"/>
          </a:xfrm>
        </p:spPr>
        <p:txBody>
          <a:bodyPr/>
          <a:lstStyle/>
          <a:p>
            <a:r>
              <a:rPr lang="en-IN" dirty="0" smtClean="0"/>
              <a:t>Elements of activity network</a:t>
            </a:r>
          </a:p>
        </p:txBody>
      </p:sp>
      <p:sp>
        <p:nvSpPr>
          <p:cNvPr id="6" name="Rounded Rectangle 5"/>
          <p:cNvSpPr/>
          <p:nvPr/>
        </p:nvSpPr>
        <p:spPr>
          <a:xfrm>
            <a:off x="273132" y="973786"/>
            <a:ext cx="9357756" cy="653133"/>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just"/>
            <a:r>
              <a:rPr lang="en-IN" sz="2000" b="1" dirty="0" smtClean="0">
                <a:solidFill>
                  <a:srgbClr val="FF0000"/>
                </a:solidFill>
                <a:latin typeface="Times New Roman" pitchFamily="18" charset="0"/>
                <a:cs typeface="Times New Roman" pitchFamily="18" charset="0"/>
              </a:rPr>
              <a:t>Minimum Time (MT):-</a:t>
            </a:r>
            <a:r>
              <a:rPr lang="en-IN" sz="2000" dirty="0" smtClean="0">
                <a:solidFill>
                  <a:srgbClr val="FFFF00"/>
                </a:solidFill>
                <a:latin typeface="Times New Roman" pitchFamily="18" charset="0"/>
                <a:cs typeface="Times New Roman" pitchFamily="18" charset="0"/>
              </a:rPr>
              <a:t> the time to complete the project is the maximum of all paths from start to finish</a:t>
            </a:r>
            <a:endParaRPr lang="en-US" sz="2000" dirty="0">
              <a:solidFill>
                <a:srgbClr val="FFFF00"/>
              </a:solidFill>
              <a:latin typeface="Times New Roman" pitchFamily="18" charset="0"/>
              <a:cs typeface="Times New Roman" pitchFamily="18" charset="0"/>
            </a:endParaRPr>
          </a:p>
        </p:txBody>
      </p:sp>
      <p:sp>
        <p:nvSpPr>
          <p:cNvPr id="5" name="Rounded Rectangle 4"/>
          <p:cNvSpPr/>
          <p:nvPr/>
        </p:nvSpPr>
        <p:spPr>
          <a:xfrm>
            <a:off x="211781" y="1719917"/>
            <a:ext cx="9357756" cy="88078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just"/>
            <a:r>
              <a:rPr lang="en-IN" sz="2000" b="1" dirty="0" smtClean="0">
                <a:solidFill>
                  <a:srgbClr val="FF0000"/>
                </a:solidFill>
                <a:latin typeface="Times New Roman" pitchFamily="18" charset="0"/>
                <a:cs typeface="Times New Roman" pitchFamily="18" charset="0"/>
              </a:rPr>
              <a:t>Earliest Start (ES):- </a:t>
            </a:r>
            <a:r>
              <a:rPr lang="en-IN" sz="2000" dirty="0" smtClean="0">
                <a:solidFill>
                  <a:srgbClr val="FFFF00"/>
                </a:solidFill>
                <a:latin typeface="Times New Roman" pitchFamily="18" charset="0"/>
                <a:cs typeface="Times New Roman" pitchFamily="18" charset="0"/>
              </a:rPr>
              <a:t> </a:t>
            </a:r>
            <a:r>
              <a:rPr lang="en-IN" sz="2000" dirty="0" smtClean="0">
                <a:solidFill>
                  <a:srgbClr val="00B0F0"/>
                </a:solidFill>
                <a:latin typeface="Times New Roman" pitchFamily="18" charset="0"/>
                <a:cs typeface="Times New Roman" pitchFamily="18" charset="0"/>
              </a:rPr>
              <a:t>the earliest time to start an activity, given that prior activities must be completed first. It is the maximum of all paths from start to this activity</a:t>
            </a:r>
            <a:endParaRPr lang="en-US" sz="2000" dirty="0">
              <a:solidFill>
                <a:srgbClr val="00B0F0"/>
              </a:solidFill>
              <a:latin typeface="Times New Roman" pitchFamily="18" charset="0"/>
              <a:cs typeface="Times New Roman" pitchFamily="18" charset="0"/>
            </a:endParaRPr>
          </a:p>
        </p:txBody>
      </p:sp>
      <p:sp>
        <p:nvSpPr>
          <p:cNvPr id="8" name="Rounded Rectangle 7"/>
          <p:cNvSpPr/>
          <p:nvPr/>
        </p:nvSpPr>
        <p:spPr>
          <a:xfrm>
            <a:off x="197931" y="2715441"/>
            <a:ext cx="9357756" cy="443411"/>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just"/>
            <a:r>
              <a:rPr lang="en-IN" sz="2000" b="1" dirty="0" smtClean="0">
                <a:solidFill>
                  <a:srgbClr val="FF0000"/>
                </a:solidFill>
                <a:latin typeface="Times New Roman" pitchFamily="18" charset="0"/>
                <a:cs typeface="Times New Roman" pitchFamily="18" charset="0"/>
              </a:rPr>
              <a:t>Earliest Finish (EF):- </a:t>
            </a:r>
            <a:r>
              <a:rPr lang="en-IN" sz="2000" dirty="0" smtClean="0">
                <a:solidFill>
                  <a:srgbClr val="FFFF00"/>
                </a:solidFill>
                <a:latin typeface="Times New Roman" pitchFamily="18" charset="0"/>
                <a:cs typeface="Times New Roman" pitchFamily="18" charset="0"/>
              </a:rPr>
              <a:t> </a:t>
            </a:r>
            <a:r>
              <a:rPr lang="en-IN" sz="2000" dirty="0" smtClean="0">
                <a:solidFill>
                  <a:schemeClr val="accent4">
                    <a:lumMod val="50000"/>
                  </a:schemeClr>
                </a:solidFill>
                <a:latin typeface="Times New Roman" pitchFamily="18" charset="0"/>
                <a:cs typeface="Times New Roman" pitchFamily="18" charset="0"/>
              </a:rPr>
              <a:t>the earliest finish time is the sum ES and the duration of activity </a:t>
            </a:r>
            <a:endParaRPr lang="en-US" sz="2000" dirty="0">
              <a:solidFill>
                <a:schemeClr val="accent4">
                  <a:lumMod val="50000"/>
                </a:schemeClr>
              </a:solidFill>
              <a:latin typeface="Times New Roman" pitchFamily="18" charset="0"/>
              <a:cs typeface="Times New Roman" pitchFamily="18" charset="0"/>
            </a:endParaRPr>
          </a:p>
        </p:txBody>
      </p:sp>
      <p:sp>
        <p:nvSpPr>
          <p:cNvPr id="9" name="Rounded Rectangle 8"/>
          <p:cNvSpPr/>
          <p:nvPr/>
        </p:nvSpPr>
        <p:spPr>
          <a:xfrm>
            <a:off x="184081" y="3307216"/>
            <a:ext cx="9357756" cy="896672"/>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just"/>
            <a:r>
              <a:rPr lang="en-IN" sz="2000" b="1" dirty="0" smtClean="0">
                <a:solidFill>
                  <a:srgbClr val="FF0000"/>
                </a:solidFill>
                <a:latin typeface="Times New Roman" pitchFamily="18" charset="0"/>
                <a:cs typeface="Times New Roman" pitchFamily="18" charset="0"/>
              </a:rPr>
              <a:t>Latest Start (LS):- </a:t>
            </a:r>
            <a:r>
              <a:rPr lang="en-IN" sz="2000" dirty="0" smtClean="0">
                <a:solidFill>
                  <a:srgbClr val="FFFF00"/>
                </a:solidFill>
                <a:latin typeface="Times New Roman" pitchFamily="18" charset="0"/>
                <a:cs typeface="Times New Roman" pitchFamily="18" charset="0"/>
              </a:rPr>
              <a:t> the latest start time of an activity is the time at which the activity must be start without delaying the project. It is the difference between MT and maximum of all paths from this task to finish.</a:t>
            </a:r>
            <a:endParaRPr lang="en-US" sz="2000" dirty="0">
              <a:solidFill>
                <a:srgbClr val="FFFF00"/>
              </a:solidFill>
              <a:latin typeface="Times New Roman" pitchFamily="18" charset="0"/>
              <a:cs typeface="Times New Roman" pitchFamily="18" charset="0"/>
            </a:endParaRPr>
          </a:p>
        </p:txBody>
      </p:sp>
      <p:sp>
        <p:nvSpPr>
          <p:cNvPr id="10" name="Rounded Rectangle 9"/>
          <p:cNvSpPr/>
          <p:nvPr/>
        </p:nvSpPr>
        <p:spPr>
          <a:xfrm>
            <a:off x="193981" y="4290866"/>
            <a:ext cx="9357756" cy="886806"/>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just"/>
            <a:r>
              <a:rPr lang="en-IN" sz="2000" b="1" dirty="0" smtClean="0">
                <a:solidFill>
                  <a:srgbClr val="FF0000"/>
                </a:solidFill>
                <a:latin typeface="Times New Roman" pitchFamily="18" charset="0"/>
                <a:cs typeface="Times New Roman" pitchFamily="18" charset="0"/>
              </a:rPr>
              <a:t>Latest Finish (LF):- </a:t>
            </a:r>
            <a:r>
              <a:rPr lang="en-IN" sz="2000" dirty="0" smtClean="0">
                <a:solidFill>
                  <a:srgbClr val="FFFF00"/>
                </a:solidFill>
                <a:latin typeface="Times New Roman" pitchFamily="18" charset="0"/>
                <a:cs typeface="Times New Roman" pitchFamily="18" charset="0"/>
              </a:rPr>
              <a:t> </a:t>
            </a:r>
            <a:r>
              <a:rPr lang="en-IN" sz="2000" dirty="0" smtClean="0">
                <a:solidFill>
                  <a:srgbClr val="0070C0"/>
                </a:solidFill>
                <a:latin typeface="Times New Roman" pitchFamily="18" charset="0"/>
                <a:cs typeface="Times New Roman" pitchFamily="18" charset="0"/>
              </a:rPr>
              <a:t>the latest finish time of an activity is the time at which the activity must be completed without delaying the project. It can be obtained by adding duration of activity to LS.</a:t>
            </a:r>
            <a:endParaRPr lang="en-US" sz="2000" dirty="0">
              <a:solidFill>
                <a:srgbClr val="0070C0"/>
              </a:solidFill>
              <a:latin typeface="Times New Roman" pitchFamily="18" charset="0"/>
              <a:cs typeface="Times New Roman" pitchFamily="18" charset="0"/>
            </a:endParaRPr>
          </a:p>
        </p:txBody>
      </p:sp>
      <p:sp>
        <p:nvSpPr>
          <p:cNvPr id="11" name="Rounded Rectangle 10"/>
          <p:cNvSpPr/>
          <p:nvPr/>
        </p:nvSpPr>
        <p:spPr>
          <a:xfrm>
            <a:off x="192006" y="5357641"/>
            <a:ext cx="9357756" cy="886806"/>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just"/>
            <a:r>
              <a:rPr lang="en-IN" sz="2000" b="1" dirty="0" smtClean="0">
                <a:solidFill>
                  <a:srgbClr val="FF0000"/>
                </a:solidFill>
                <a:latin typeface="Times New Roman" pitchFamily="18" charset="0"/>
                <a:cs typeface="Times New Roman" pitchFamily="18" charset="0"/>
              </a:rPr>
              <a:t>Slack Time (ST):- </a:t>
            </a:r>
            <a:r>
              <a:rPr lang="en-IN" sz="2000" dirty="0" smtClean="0">
                <a:solidFill>
                  <a:srgbClr val="FFFF00"/>
                </a:solidFill>
                <a:latin typeface="Times New Roman" pitchFamily="18" charset="0"/>
                <a:cs typeface="Times New Roman" pitchFamily="18" charset="0"/>
              </a:rPr>
              <a:t> </a:t>
            </a:r>
            <a:r>
              <a:rPr lang="en-IN" sz="2000" dirty="0" smtClean="0">
                <a:solidFill>
                  <a:srgbClr val="0070C0"/>
                </a:solidFill>
                <a:latin typeface="Times New Roman" pitchFamily="18" charset="0"/>
                <a:cs typeface="Times New Roman" pitchFamily="18" charset="0"/>
              </a:rPr>
              <a:t>the slack time it the total time that an activity may be delayed without affecting the end time of project. It can be obtained by LF-EF or LS-ES</a:t>
            </a:r>
            <a:endParaRPr lang="en-US" sz="2000" dirty="0">
              <a:solidFill>
                <a:srgbClr val="0070C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heckerboard(across)">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checkerboard(across)">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checkerboard(across)">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checkerboard(across)">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checkerboard(across)">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animBg="1"/>
      <p:bldP spid="8" grpId="0" animBg="1"/>
      <p:bldP spid="9" grpId="0" animBg="1"/>
      <p:bldP spid="10" grpId="0" animBg="1"/>
      <p:bldP spid="1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495300" y="274637"/>
            <a:ext cx="8915400" cy="627888"/>
          </a:xfrm>
        </p:spPr>
        <p:txBody>
          <a:bodyPr/>
          <a:lstStyle/>
          <a:p>
            <a:r>
              <a:rPr lang="en-IN" dirty="0" smtClean="0"/>
              <a:t>Example</a:t>
            </a:r>
          </a:p>
        </p:txBody>
      </p:sp>
      <p:graphicFrame>
        <p:nvGraphicFramePr>
          <p:cNvPr id="12" name="Table 11"/>
          <p:cNvGraphicFramePr>
            <a:graphicFrameLocks noGrp="1"/>
          </p:cNvGraphicFramePr>
          <p:nvPr/>
        </p:nvGraphicFramePr>
        <p:xfrm>
          <a:off x="650829" y="3535968"/>
          <a:ext cx="8918366" cy="3169920"/>
        </p:xfrm>
        <a:graphic>
          <a:graphicData uri="http://schemas.openxmlformats.org/drawingml/2006/table">
            <a:tbl>
              <a:tblPr firstRow="1" bandRow="1">
                <a:tableStyleId>{F5AB1C69-6EDB-4FF4-983F-18BD219EF322}</a:tableStyleId>
              </a:tblPr>
              <a:tblGrid>
                <a:gridCol w="1029612"/>
                <a:gridCol w="1581249"/>
                <a:gridCol w="1374384"/>
                <a:gridCol w="1870522"/>
                <a:gridCol w="627656"/>
                <a:gridCol w="612520"/>
                <a:gridCol w="612520"/>
                <a:gridCol w="597383"/>
                <a:gridCol w="612520"/>
              </a:tblGrid>
              <a:tr h="370840">
                <a:tc>
                  <a:txBody>
                    <a:bodyPr/>
                    <a:lstStyle/>
                    <a:p>
                      <a:r>
                        <a:rPr lang="en-IN" sz="2000" dirty="0" smtClean="0"/>
                        <a:t>S. No.</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smtClean="0"/>
                        <a:t>Activity ID</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smtClean="0"/>
                        <a:t>Duration</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smtClean="0"/>
                        <a:t>Dependency</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smtClean="0"/>
                        <a:t>ES</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smtClean="0"/>
                        <a:t>EF</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smtClean="0"/>
                        <a:t>LS</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smtClean="0"/>
                        <a:t>LF</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smtClean="0"/>
                        <a:t>ST</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IN" sz="2000" dirty="0" smtClean="0"/>
                        <a:t>1</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smtClean="0"/>
                        <a:t>A</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smtClean="0"/>
                        <a:t>15</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IN" sz="2000" dirty="0" smtClean="0"/>
                        <a:t>2</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smtClean="0"/>
                        <a:t>B</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smtClean="0"/>
                        <a:t>45</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smtClean="0"/>
                        <a:t>A</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IN" sz="2000" dirty="0" smtClean="0"/>
                        <a:t>3</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smtClean="0"/>
                        <a:t>C</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smtClean="0"/>
                        <a:t>30</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smtClean="0"/>
                        <a:t>A</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IN" sz="2000" dirty="0" smtClean="0"/>
                        <a:t>4</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smtClean="0"/>
                        <a:t>D</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smtClean="0"/>
                        <a:t>105</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smtClean="0"/>
                        <a:t>B</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IN" sz="2000" dirty="0" smtClean="0"/>
                        <a:t>5</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smtClean="0"/>
                        <a:t>E</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smtClean="0"/>
                        <a:t>45</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smtClean="0"/>
                        <a:t>C</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IN" sz="2000" dirty="0" smtClean="0"/>
                        <a:t>6</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smtClean="0"/>
                        <a:t>F</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smtClean="0"/>
                        <a:t>120</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smtClean="0"/>
                        <a:t>D,E</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IN" sz="2000" dirty="0" smtClean="0"/>
                        <a:t>7</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smtClean="0"/>
                        <a:t>G</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smtClean="0"/>
                        <a:t>60</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smtClean="0"/>
                        <a:t>A</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249382" y="158887"/>
          <a:ext cx="3612833" cy="2194560"/>
        </p:xfrm>
        <a:graphic>
          <a:graphicData uri="http://schemas.openxmlformats.org/drawingml/2006/table">
            <a:tbl>
              <a:tblPr firstRow="1" bandRow="1">
                <a:tableStyleId>{F5AB1C69-6EDB-4FF4-983F-18BD219EF322}</a:tableStyleId>
              </a:tblPr>
              <a:tblGrid>
                <a:gridCol w="659130"/>
                <a:gridCol w="970280"/>
                <a:gridCol w="852805"/>
                <a:gridCol w="1130618"/>
              </a:tblGrid>
              <a:tr h="190926">
                <a:tc>
                  <a:txBody>
                    <a:bodyPr/>
                    <a:lstStyle/>
                    <a:p>
                      <a:r>
                        <a:rPr lang="en-IN" sz="1200" dirty="0" smtClean="0"/>
                        <a:t>S. No.</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Activity ID</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Duration</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Dependency</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90926">
                <a:tc>
                  <a:txBody>
                    <a:bodyPr/>
                    <a:lstStyle/>
                    <a:p>
                      <a:r>
                        <a:rPr lang="en-IN" sz="1200" dirty="0" smtClean="0"/>
                        <a:t>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A</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15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90926">
                <a:tc>
                  <a:txBody>
                    <a:bodyPr/>
                    <a:lstStyle/>
                    <a:p>
                      <a:r>
                        <a:rPr lang="en-IN" sz="1200" dirty="0" smtClean="0"/>
                        <a:t>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B</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45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A</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90926">
                <a:tc>
                  <a:txBody>
                    <a:bodyPr/>
                    <a:lstStyle/>
                    <a:p>
                      <a:r>
                        <a:rPr lang="en-IN" sz="1200" dirty="0" smtClean="0"/>
                        <a:t>3</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C</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30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A</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90926">
                <a:tc>
                  <a:txBody>
                    <a:bodyPr/>
                    <a:lstStyle/>
                    <a:p>
                      <a:r>
                        <a:rPr lang="en-IN" sz="1200" dirty="0" smtClean="0"/>
                        <a:t>4</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D</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105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B</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90926">
                <a:tc>
                  <a:txBody>
                    <a:bodyPr/>
                    <a:lstStyle/>
                    <a:p>
                      <a:r>
                        <a:rPr lang="en-IN" sz="1200" dirty="0" smtClean="0"/>
                        <a:t>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E</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45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C</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90926">
                <a:tc>
                  <a:txBody>
                    <a:bodyPr/>
                    <a:lstStyle/>
                    <a:p>
                      <a:r>
                        <a:rPr lang="en-IN" sz="1200" dirty="0" smtClean="0"/>
                        <a:t>6</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F</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120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D,E</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90926">
                <a:tc>
                  <a:txBody>
                    <a:bodyPr/>
                    <a:lstStyle/>
                    <a:p>
                      <a:r>
                        <a:rPr lang="en-IN" sz="1200" dirty="0" smtClean="0"/>
                        <a:t>7</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G</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60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A</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495300" y="274637"/>
            <a:ext cx="8915400" cy="627888"/>
          </a:xfrm>
        </p:spPr>
        <p:txBody>
          <a:bodyPr/>
          <a:lstStyle/>
          <a:p>
            <a:r>
              <a:rPr lang="en-IN" dirty="0" smtClean="0"/>
              <a:t>Calculations of elements</a:t>
            </a:r>
          </a:p>
        </p:txBody>
      </p:sp>
      <p:graphicFrame>
        <p:nvGraphicFramePr>
          <p:cNvPr id="12" name="Table 11"/>
          <p:cNvGraphicFramePr>
            <a:graphicFrameLocks noGrp="1"/>
          </p:cNvGraphicFramePr>
          <p:nvPr/>
        </p:nvGraphicFramePr>
        <p:xfrm>
          <a:off x="191453" y="4030223"/>
          <a:ext cx="9488384" cy="2682240"/>
        </p:xfrm>
        <a:graphic>
          <a:graphicData uri="http://schemas.openxmlformats.org/drawingml/2006/table">
            <a:tbl>
              <a:tblPr firstRow="1" bandRow="1">
                <a:tableStyleId>{F5AB1C69-6EDB-4FF4-983F-18BD219EF322}</a:tableStyleId>
              </a:tblPr>
              <a:tblGrid>
                <a:gridCol w="1095420"/>
                <a:gridCol w="1682315"/>
                <a:gridCol w="1462228"/>
                <a:gridCol w="1990077"/>
                <a:gridCol w="667772"/>
                <a:gridCol w="651669"/>
                <a:gridCol w="651669"/>
                <a:gridCol w="635565"/>
                <a:gridCol w="651669"/>
              </a:tblGrid>
              <a:tr h="303186">
                <a:tc>
                  <a:txBody>
                    <a:bodyPr/>
                    <a:lstStyle/>
                    <a:p>
                      <a:r>
                        <a:rPr lang="en-IN" sz="1600" dirty="0" smtClean="0"/>
                        <a:t>S. No.</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smtClean="0"/>
                        <a:t>Activity ID</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smtClean="0"/>
                        <a:t>Duration</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smtClean="0"/>
                        <a:t>Dependency</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smtClean="0"/>
                        <a:t>ES</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smtClean="0"/>
                        <a:t>EF</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smtClean="0"/>
                        <a:t>LS</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smtClean="0"/>
                        <a:t>LF</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smtClean="0"/>
                        <a:t>ST</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03186">
                <a:tc>
                  <a:txBody>
                    <a:bodyPr/>
                    <a:lstStyle/>
                    <a:p>
                      <a:r>
                        <a:rPr lang="en-IN" sz="1600" dirty="0" smtClean="0"/>
                        <a:t>1</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smtClean="0"/>
                        <a:t>A</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smtClean="0"/>
                        <a:t>15</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03186">
                <a:tc>
                  <a:txBody>
                    <a:bodyPr/>
                    <a:lstStyle/>
                    <a:p>
                      <a:r>
                        <a:rPr lang="en-IN" sz="1600" dirty="0" smtClean="0"/>
                        <a:t>2</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smtClean="0"/>
                        <a:t>B</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smtClean="0"/>
                        <a:t>45</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smtClean="0"/>
                        <a:t>A</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03186">
                <a:tc>
                  <a:txBody>
                    <a:bodyPr/>
                    <a:lstStyle/>
                    <a:p>
                      <a:r>
                        <a:rPr lang="en-IN" sz="1600" dirty="0" smtClean="0"/>
                        <a:t>3</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smtClean="0"/>
                        <a:t>C</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smtClean="0"/>
                        <a:t>30</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smtClean="0"/>
                        <a:t>A</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03186">
                <a:tc>
                  <a:txBody>
                    <a:bodyPr/>
                    <a:lstStyle/>
                    <a:p>
                      <a:r>
                        <a:rPr lang="en-IN" sz="1600" dirty="0" smtClean="0"/>
                        <a:t>4</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smtClean="0"/>
                        <a:t>D</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smtClean="0"/>
                        <a:t>105</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smtClean="0"/>
                        <a:t>B</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03186">
                <a:tc>
                  <a:txBody>
                    <a:bodyPr/>
                    <a:lstStyle/>
                    <a:p>
                      <a:r>
                        <a:rPr lang="en-IN" sz="1600" dirty="0" smtClean="0"/>
                        <a:t>5</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smtClean="0"/>
                        <a:t>E</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smtClean="0"/>
                        <a:t>45</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smtClean="0"/>
                        <a:t>C</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03186">
                <a:tc>
                  <a:txBody>
                    <a:bodyPr/>
                    <a:lstStyle/>
                    <a:p>
                      <a:r>
                        <a:rPr lang="en-IN" sz="1600" dirty="0" smtClean="0"/>
                        <a:t>6</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smtClean="0"/>
                        <a:t>F</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smtClean="0"/>
                        <a:t>120</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smtClean="0"/>
                        <a:t>D,E</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03186">
                <a:tc>
                  <a:txBody>
                    <a:bodyPr/>
                    <a:lstStyle/>
                    <a:p>
                      <a:r>
                        <a:rPr lang="en-IN" sz="1600" dirty="0" smtClean="0"/>
                        <a:t>7</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smtClean="0"/>
                        <a:t>G</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smtClean="0"/>
                        <a:t>60</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smtClean="0"/>
                        <a:t>A</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495300" y="274637"/>
            <a:ext cx="8915400" cy="627888"/>
          </a:xfrm>
        </p:spPr>
        <p:txBody>
          <a:bodyPr/>
          <a:lstStyle/>
          <a:p>
            <a:r>
              <a:rPr lang="en-IN" dirty="0" smtClean="0"/>
              <a:t>Example 2</a:t>
            </a:r>
          </a:p>
        </p:txBody>
      </p:sp>
      <p:graphicFrame>
        <p:nvGraphicFramePr>
          <p:cNvPr id="12" name="Table 11"/>
          <p:cNvGraphicFramePr>
            <a:graphicFrameLocks noGrp="1"/>
          </p:cNvGraphicFramePr>
          <p:nvPr/>
        </p:nvGraphicFramePr>
        <p:xfrm>
          <a:off x="0" y="411132"/>
          <a:ext cx="6145618" cy="4224663"/>
        </p:xfrm>
        <a:graphic>
          <a:graphicData uri="http://schemas.openxmlformats.org/drawingml/2006/table">
            <a:tbl>
              <a:tblPr firstRow="1" bandRow="1">
                <a:tableStyleId>{F5AB1C69-6EDB-4FF4-983F-18BD219EF322}</a:tableStyleId>
              </a:tblPr>
              <a:tblGrid>
                <a:gridCol w="698380"/>
                <a:gridCol w="827895"/>
                <a:gridCol w="896435"/>
                <a:gridCol w="1238702"/>
                <a:gridCol w="512208"/>
                <a:gridCol w="513259"/>
                <a:gridCol w="513261"/>
                <a:gridCol w="513259"/>
                <a:gridCol w="432219"/>
              </a:tblGrid>
              <a:tr h="489171">
                <a:tc>
                  <a:txBody>
                    <a:bodyPr/>
                    <a:lstStyle/>
                    <a:p>
                      <a:r>
                        <a:rPr lang="en-IN" sz="1200" dirty="0" smtClean="0"/>
                        <a:t>S. No.</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Activity ID</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Duration</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Dependency</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ES</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EF</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LS</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LF</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ST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11291">
                <a:tc>
                  <a:txBody>
                    <a:bodyPr/>
                    <a:lstStyle/>
                    <a:p>
                      <a:r>
                        <a:rPr lang="en-IN" sz="1200" dirty="0" smtClean="0"/>
                        <a:t>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T1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8</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11291">
                <a:tc>
                  <a:txBody>
                    <a:bodyPr/>
                    <a:lstStyle/>
                    <a:p>
                      <a:r>
                        <a:rPr lang="en-IN" sz="1200" dirty="0" smtClean="0"/>
                        <a:t>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T2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15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11291">
                <a:tc>
                  <a:txBody>
                    <a:bodyPr/>
                    <a:lstStyle/>
                    <a:p>
                      <a:r>
                        <a:rPr lang="en-IN" sz="1200" dirty="0" smtClean="0"/>
                        <a:t>3</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T3</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15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T1</a:t>
                      </a:r>
                      <a:r>
                        <a:rPr lang="en-IN" sz="1200" baseline="0" dirty="0" smtClean="0"/>
                        <a:t> (M1)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11291">
                <a:tc>
                  <a:txBody>
                    <a:bodyPr/>
                    <a:lstStyle/>
                    <a:p>
                      <a:r>
                        <a:rPr lang="en-IN" sz="1200" dirty="0" smtClean="0"/>
                        <a:t>4</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T4</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10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11291">
                <a:tc>
                  <a:txBody>
                    <a:bodyPr/>
                    <a:lstStyle/>
                    <a:p>
                      <a:r>
                        <a:rPr lang="en-IN" sz="1200" dirty="0" smtClean="0"/>
                        <a:t>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T5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10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T2,T4 (M2)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11291">
                <a:tc>
                  <a:txBody>
                    <a:bodyPr/>
                    <a:lstStyle/>
                    <a:p>
                      <a:r>
                        <a:rPr lang="en-IN" sz="1200" dirty="0" smtClean="0"/>
                        <a:t>6</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T6</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T1,T2 (M3)</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11291">
                <a:tc>
                  <a:txBody>
                    <a:bodyPr/>
                    <a:lstStyle/>
                    <a:p>
                      <a:r>
                        <a:rPr lang="en-IN" sz="1200" dirty="0" smtClean="0"/>
                        <a:t>7</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T7</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20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smtClean="0"/>
                        <a:t>T1 (M1)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11291">
                <a:tc>
                  <a:txBody>
                    <a:bodyPr/>
                    <a:lstStyle/>
                    <a:p>
                      <a:r>
                        <a:rPr lang="en-US" sz="1200" dirty="0" smtClean="0"/>
                        <a:t>8</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smtClean="0"/>
                        <a:t>T8</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smtClean="0"/>
                        <a:t>25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smtClean="0"/>
                        <a:t>T4 (M5)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11291">
                <a:tc>
                  <a:txBody>
                    <a:bodyPr/>
                    <a:lstStyle/>
                    <a:p>
                      <a:r>
                        <a:rPr lang="en-US" sz="1200" dirty="0" smtClean="0"/>
                        <a:t>9</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smtClean="0"/>
                        <a:t>T9</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smtClean="0"/>
                        <a:t>15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smtClean="0"/>
                        <a:t>T3,T6 (M4)</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11291">
                <a:tc>
                  <a:txBody>
                    <a:bodyPr/>
                    <a:lstStyle/>
                    <a:p>
                      <a:r>
                        <a:rPr lang="en-US" sz="1200" dirty="0" smtClean="0"/>
                        <a:t>10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smtClean="0"/>
                        <a:t>T10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smtClean="0"/>
                        <a:t>15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smtClean="0"/>
                        <a:t>T5, T7 (M7)</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11291">
                <a:tc>
                  <a:txBody>
                    <a:bodyPr/>
                    <a:lstStyle/>
                    <a:p>
                      <a:r>
                        <a:rPr lang="en-US" sz="1200" dirty="0" smtClean="0"/>
                        <a:t>11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smtClean="0"/>
                        <a:t>T11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smtClean="0"/>
                        <a:t>7</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smtClean="0"/>
                        <a:t>T9 (M6)</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11291">
                <a:tc>
                  <a:txBody>
                    <a:bodyPr/>
                    <a:lstStyle/>
                    <a:p>
                      <a:r>
                        <a:rPr lang="en-US" sz="1200" dirty="0" smtClean="0"/>
                        <a:t>12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smtClean="0"/>
                        <a:t>T12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smtClean="0"/>
                        <a:t>10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smtClean="0"/>
                        <a:t>T11 (M8)</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8826138" y="3130731"/>
            <a:ext cx="580468" cy="53211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t>T12 </a:t>
            </a:r>
            <a:r>
              <a:rPr lang="en-US" sz="1100" dirty="0" smtClean="0">
                <a:solidFill>
                  <a:srgbClr val="FF0000"/>
                </a:solidFill>
              </a:rPr>
              <a:t>10</a:t>
            </a:r>
            <a:endParaRPr lang="en-US" sz="1100" dirty="0">
              <a:solidFill>
                <a:srgbClr val="FF0000"/>
              </a:solidFill>
            </a:endParaRPr>
          </a:p>
        </p:txBody>
      </p:sp>
      <p:sp>
        <p:nvSpPr>
          <p:cNvPr id="7" name="Rounded Rectangle 6"/>
          <p:cNvSpPr/>
          <p:nvPr/>
        </p:nvSpPr>
        <p:spPr>
          <a:xfrm>
            <a:off x="7654835" y="2812868"/>
            <a:ext cx="580468" cy="53211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t>T10 </a:t>
            </a:r>
            <a:r>
              <a:rPr lang="en-US" sz="1100" dirty="0" smtClean="0">
                <a:solidFill>
                  <a:srgbClr val="FF0000"/>
                </a:solidFill>
              </a:rPr>
              <a:t>15</a:t>
            </a:r>
            <a:endParaRPr lang="en-US" sz="1100" dirty="0">
              <a:solidFill>
                <a:srgbClr val="FF0000"/>
              </a:solidFill>
            </a:endParaRPr>
          </a:p>
        </p:txBody>
      </p:sp>
      <p:sp>
        <p:nvSpPr>
          <p:cNvPr id="8" name="Rounded Rectangle 7"/>
          <p:cNvSpPr/>
          <p:nvPr/>
        </p:nvSpPr>
        <p:spPr>
          <a:xfrm>
            <a:off x="1571898" y="762000"/>
            <a:ext cx="580468" cy="53211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t>T1 </a:t>
            </a:r>
            <a:r>
              <a:rPr lang="en-US" sz="1100" dirty="0" smtClean="0">
                <a:solidFill>
                  <a:srgbClr val="FF0000"/>
                </a:solidFill>
              </a:rPr>
              <a:t>8</a:t>
            </a:r>
            <a:endParaRPr lang="en-US" sz="1100" dirty="0">
              <a:solidFill>
                <a:srgbClr val="FF0000"/>
              </a:solidFill>
            </a:endParaRPr>
          </a:p>
        </p:txBody>
      </p:sp>
      <p:sp>
        <p:nvSpPr>
          <p:cNvPr id="9" name="Rounded Rectangle 8"/>
          <p:cNvSpPr/>
          <p:nvPr/>
        </p:nvSpPr>
        <p:spPr>
          <a:xfrm>
            <a:off x="3901440" y="566056"/>
            <a:ext cx="580468" cy="53211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t>T3 </a:t>
            </a:r>
            <a:r>
              <a:rPr lang="en-US" sz="1100" dirty="0" smtClean="0">
                <a:solidFill>
                  <a:srgbClr val="FF0000"/>
                </a:solidFill>
              </a:rPr>
              <a:t>15</a:t>
            </a:r>
            <a:endParaRPr lang="en-US" sz="1100" dirty="0">
              <a:solidFill>
                <a:srgbClr val="FF0000"/>
              </a:solidFill>
            </a:endParaRPr>
          </a:p>
        </p:txBody>
      </p:sp>
      <p:sp>
        <p:nvSpPr>
          <p:cNvPr id="10" name="Rounded Rectangle 9"/>
          <p:cNvSpPr/>
          <p:nvPr/>
        </p:nvSpPr>
        <p:spPr>
          <a:xfrm>
            <a:off x="1563189" y="2068286"/>
            <a:ext cx="580468" cy="53211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t>T2 </a:t>
            </a:r>
            <a:r>
              <a:rPr lang="en-US" sz="1100" dirty="0" smtClean="0">
                <a:solidFill>
                  <a:srgbClr val="FF0000"/>
                </a:solidFill>
              </a:rPr>
              <a:t>15</a:t>
            </a:r>
            <a:endParaRPr lang="en-US" sz="1100" dirty="0">
              <a:solidFill>
                <a:srgbClr val="FF0000"/>
              </a:solidFill>
            </a:endParaRPr>
          </a:p>
        </p:txBody>
      </p:sp>
      <p:sp>
        <p:nvSpPr>
          <p:cNvPr id="11" name="Rounded Rectangle 10"/>
          <p:cNvSpPr/>
          <p:nvPr/>
        </p:nvSpPr>
        <p:spPr>
          <a:xfrm>
            <a:off x="3944983" y="1715589"/>
            <a:ext cx="580468" cy="53211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t>T6   </a:t>
            </a:r>
            <a:r>
              <a:rPr lang="en-US" sz="1100" dirty="0" smtClean="0">
                <a:solidFill>
                  <a:srgbClr val="FF0000"/>
                </a:solidFill>
              </a:rPr>
              <a:t>5</a:t>
            </a:r>
            <a:endParaRPr lang="en-US" sz="1100" dirty="0">
              <a:solidFill>
                <a:srgbClr val="FF0000"/>
              </a:solidFill>
            </a:endParaRPr>
          </a:p>
        </p:txBody>
      </p:sp>
      <p:sp>
        <p:nvSpPr>
          <p:cNvPr id="12" name="Rounded Rectangle 11"/>
          <p:cNvSpPr/>
          <p:nvPr/>
        </p:nvSpPr>
        <p:spPr>
          <a:xfrm>
            <a:off x="1545772" y="3313613"/>
            <a:ext cx="580468" cy="53211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t>T4 </a:t>
            </a:r>
            <a:r>
              <a:rPr lang="en-US" sz="1100" dirty="0" smtClean="0">
                <a:solidFill>
                  <a:srgbClr val="FF0000"/>
                </a:solidFill>
              </a:rPr>
              <a:t>10</a:t>
            </a:r>
            <a:endParaRPr lang="en-US" sz="1100" dirty="0">
              <a:solidFill>
                <a:srgbClr val="FF0000"/>
              </a:solidFill>
            </a:endParaRPr>
          </a:p>
        </p:txBody>
      </p:sp>
      <p:sp>
        <p:nvSpPr>
          <p:cNvPr id="13" name="Rounded Rectangle 12"/>
          <p:cNvSpPr/>
          <p:nvPr/>
        </p:nvSpPr>
        <p:spPr>
          <a:xfrm>
            <a:off x="3927567" y="2769326"/>
            <a:ext cx="580468" cy="53211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t>T5 </a:t>
            </a:r>
            <a:r>
              <a:rPr lang="en-US" sz="1100" dirty="0" smtClean="0">
                <a:solidFill>
                  <a:srgbClr val="FF0000"/>
                </a:solidFill>
              </a:rPr>
              <a:t>10</a:t>
            </a:r>
            <a:endParaRPr lang="en-US" sz="1100" dirty="0">
              <a:solidFill>
                <a:srgbClr val="FF0000"/>
              </a:solidFill>
            </a:endParaRPr>
          </a:p>
        </p:txBody>
      </p:sp>
      <p:sp>
        <p:nvSpPr>
          <p:cNvPr id="14" name="Rounded Rectangle 13"/>
          <p:cNvSpPr/>
          <p:nvPr/>
        </p:nvSpPr>
        <p:spPr>
          <a:xfrm>
            <a:off x="8016242" y="1397725"/>
            <a:ext cx="580468" cy="53211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t>T11 </a:t>
            </a:r>
            <a:r>
              <a:rPr lang="en-US" sz="1100" dirty="0" smtClean="0">
                <a:solidFill>
                  <a:srgbClr val="FF0000"/>
                </a:solidFill>
              </a:rPr>
              <a:t>7</a:t>
            </a:r>
            <a:endParaRPr lang="en-US" sz="1100" dirty="0">
              <a:solidFill>
                <a:srgbClr val="FF0000"/>
              </a:solidFill>
            </a:endParaRPr>
          </a:p>
        </p:txBody>
      </p:sp>
      <p:sp>
        <p:nvSpPr>
          <p:cNvPr id="15" name="Rounded Rectangle 14"/>
          <p:cNvSpPr/>
          <p:nvPr/>
        </p:nvSpPr>
        <p:spPr>
          <a:xfrm>
            <a:off x="6217921" y="461555"/>
            <a:ext cx="580468" cy="53211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t>T9 </a:t>
            </a:r>
            <a:r>
              <a:rPr lang="en-US" sz="1100" dirty="0" smtClean="0">
                <a:solidFill>
                  <a:srgbClr val="FF0000"/>
                </a:solidFill>
              </a:rPr>
              <a:t>15</a:t>
            </a:r>
            <a:endParaRPr lang="en-US" sz="1100" dirty="0">
              <a:solidFill>
                <a:srgbClr val="FF0000"/>
              </a:solidFill>
            </a:endParaRPr>
          </a:p>
        </p:txBody>
      </p:sp>
      <p:sp>
        <p:nvSpPr>
          <p:cNvPr id="16" name="Rounded Rectangle 15"/>
          <p:cNvSpPr/>
          <p:nvPr/>
        </p:nvSpPr>
        <p:spPr>
          <a:xfrm>
            <a:off x="5334000" y="1963783"/>
            <a:ext cx="580468" cy="53211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t>T7 </a:t>
            </a:r>
            <a:r>
              <a:rPr lang="en-US" sz="1100" dirty="0" smtClean="0">
                <a:solidFill>
                  <a:srgbClr val="FF0000"/>
                </a:solidFill>
              </a:rPr>
              <a:t>20</a:t>
            </a:r>
            <a:endParaRPr lang="en-US" sz="1100" dirty="0">
              <a:solidFill>
                <a:srgbClr val="FF0000"/>
              </a:solidFill>
            </a:endParaRPr>
          </a:p>
        </p:txBody>
      </p:sp>
      <p:sp>
        <p:nvSpPr>
          <p:cNvPr id="17" name="Rounded Rectangle 16"/>
          <p:cNvSpPr/>
          <p:nvPr/>
        </p:nvSpPr>
        <p:spPr>
          <a:xfrm>
            <a:off x="5320938" y="3962398"/>
            <a:ext cx="580468" cy="53211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t>T8 </a:t>
            </a:r>
            <a:r>
              <a:rPr lang="en-US" sz="1100" dirty="0" smtClean="0">
                <a:solidFill>
                  <a:srgbClr val="FF0000"/>
                </a:solidFill>
              </a:rPr>
              <a:t>25</a:t>
            </a:r>
            <a:endParaRPr lang="en-US" sz="1100" dirty="0">
              <a:solidFill>
                <a:srgbClr val="FF0000"/>
              </a:solidFill>
            </a:endParaRPr>
          </a:p>
        </p:txBody>
      </p:sp>
      <p:sp>
        <p:nvSpPr>
          <p:cNvPr id="18" name="Oval 17"/>
          <p:cNvSpPr/>
          <p:nvPr/>
        </p:nvSpPr>
        <p:spPr>
          <a:xfrm>
            <a:off x="174172" y="2072640"/>
            <a:ext cx="844731" cy="72281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Start</a:t>
            </a:r>
            <a:endParaRPr lang="en-US" dirty="0"/>
          </a:p>
        </p:txBody>
      </p:sp>
      <p:cxnSp>
        <p:nvCxnSpPr>
          <p:cNvPr id="20" name="Straight Arrow Connector 19"/>
          <p:cNvCxnSpPr>
            <a:stCxn id="18" idx="6"/>
          </p:cNvCxnSpPr>
          <p:nvPr/>
        </p:nvCxnSpPr>
        <p:spPr>
          <a:xfrm flipV="1">
            <a:off x="1018903" y="1323703"/>
            <a:ext cx="661852" cy="111034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18" idx="6"/>
            <a:endCxn id="10" idx="1"/>
          </p:cNvCxnSpPr>
          <p:nvPr/>
        </p:nvCxnSpPr>
        <p:spPr>
          <a:xfrm flipV="1">
            <a:off x="1018903" y="2334343"/>
            <a:ext cx="544286" cy="9970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8" idx="6"/>
          </p:cNvCxnSpPr>
          <p:nvPr/>
        </p:nvCxnSpPr>
        <p:spPr>
          <a:xfrm>
            <a:off x="1018903" y="2434046"/>
            <a:ext cx="531223" cy="91875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Oval 24"/>
          <p:cNvSpPr/>
          <p:nvPr/>
        </p:nvSpPr>
        <p:spPr>
          <a:xfrm>
            <a:off x="2621280" y="679269"/>
            <a:ext cx="606457" cy="431860"/>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sz="1100" dirty="0" smtClean="0"/>
              <a:t>M1</a:t>
            </a:r>
            <a:endParaRPr lang="en-US" sz="1100" dirty="0"/>
          </a:p>
        </p:txBody>
      </p:sp>
      <p:cxnSp>
        <p:nvCxnSpPr>
          <p:cNvPr id="27" name="Straight Arrow Connector 26"/>
          <p:cNvCxnSpPr>
            <a:stCxn id="8" idx="3"/>
            <a:endCxn id="25" idx="2"/>
          </p:cNvCxnSpPr>
          <p:nvPr/>
        </p:nvCxnSpPr>
        <p:spPr>
          <a:xfrm flipV="1">
            <a:off x="2152366" y="895199"/>
            <a:ext cx="468914" cy="13285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8" name="Oval 27"/>
          <p:cNvSpPr/>
          <p:nvPr/>
        </p:nvSpPr>
        <p:spPr>
          <a:xfrm>
            <a:off x="2773680" y="1920241"/>
            <a:ext cx="606457" cy="431860"/>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sz="1100" dirty="0" smtClean="0"/>
              <a:t>M3</a:t>
            </a:r>
            <a:endParaRPr lang="en-US" sz="1100" dirty="0"/>
          </a:p>
        </p:txBody>
      </p:sp>
      <p:cxnSp>
        <p:nvCxnSpPr>
          <p:cNvPr id="30" name="Straight Arrow Connector 29"/>
          <p:cNvCxnSpPr>
            <a:stCxn id="8" idx="3"/>
            <a:endCxn id="28" idx="2"/>
          </p:cNvCxnSpPr>
          <p:nvPr/>
        </p:nvCxnSpPr>
        <p:spPr>
          <a:xfrm>
            <a:off x="2152366" y="1028057"/>
            <a:ext cx="621314" cy="110811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0" idx="3"/>
            <a:endCxn id="28" idx="2"/>
          </p:cNvCxnSpPr>
          <p:nvPr/>
        </p:nvCxnSpPr>
        <p:spPr>
          <a:xfrm flipV="1">
            <a:off x="2143657" y="2136171"/>
            <a:ext cx="630023" cy="19817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3" name="Oval 32"/>
          <p:cNvSpPr/>
          <p:nvPr/>
        </p:nvSpPr>
        <p:spPr>
          <a:xfrm>
            <a:off x="2542903" y="2778035"/>
            <a:ext cx="606457" cy="431860"/>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sz="1100" dirty="0" smtClean="0"/>
              <a:t>M2</a:t>
            </a:r>
            <a:endParaRPr lang="en-US" sz="1100" dirty="0"/>
          </a:p>
        </p:txBody>
      </p:sp>
      <p:cxnSp>
        <p:nvCxnSpPr>
          <p:cNvPr id="35" name="Straight Arrow Connector 34"/>
          <p:cNvCxnSpPr>
            <a:stCxn id="10" idx="3"/>
            <a:endCxn id="33" idx="2"/>
          </p:cNvCxnSpPr>
          <p:nvPr/>
        </p:nvCxnSpPr>
        <p:spPr>
          <a:xfrm>
            <a:off x="2143657" y="2334343"/>
            <a:ext cx="399246" cy="65962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2" idx="3"/>
            <a:endCxn id="33" idx="2"/>
          </p:cNvCxnSpPr>
          <p:nvPr/>
        </p:nvCxnSpPr>
        <p:spPr>
          <a:xfrm flipV="1">
            <a:off x="2126240" y="2993965"/>
            <a:ext cx="416663" cy="58570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25" idx="6"/>
            <a:endCxn id="9" idx="1"/>
          </p:cNvCxnSpPr>
          <p:nvPr/>
        </p:nvCxnSpPr>
        <p:spPr>
          <a:xfrm flipV="1">
            <a:off x="3227737" y="832113"/>
            <a:ext cx="673703" cy="6308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28" idx="6"/>
            <a:endCxn id="11" idx="1"/>
          </p:cNvCxnSpPr>
          <p:nvPr/>
        </p:nvCxnSpPr>
        <p:spPr>
          <a:xfrm flipV="1">
            <a:off x="3380137" y="1981646"/>
            <a:ext cx="564846" cy="1545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33" idx="6"/>
            <a:endCxn id="13" idx="1"/>
          </p:cNvCxnSpPr>
          <p:nvPr/>
        </p:nvCxnSpPr>
        <p:spPr>
          <a:xfrm>
            <a:off x="3149360" y="2993965"/>
            <a:ext cx="778207" cy="4141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25" idx="6"/>
            <a:endCxn id="16" idx="1"/>
          </p:cNvCxnSpPr>
          <p:nvPr/>
        </p:nvCxnSpPr>
        <p:spPr>
          <a:xfrm>
            <a:off x="3227737" y="895199"/>
            <a:ext cx="2106263" cy="133464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6" name="Oval 45"/>
          <p:cNvSpPr/>
          <p:nvPr/>
        </p:nvSpPr>
        <p:spPr>
          <a:xfrm>
            <a:off x="5116286" y="570412"/>
            <a:ext cx="606457" cy="431860"/>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sz="1100" dirty="0" smtClean="0"/>
              <a:t>M4</a:t>
            </a:r>
            <a:endParaRPr lang="en-US" sz="1100" dirty="0"/>
          </a:p>
        </p:txBody>
      </p:sp>
      <p:cxnSp>
        <p:nvCxnSpPr>
          <p:cNvPr id="48" name="Straight Arrow Connector 47"/>
          <p:cNvCxnSpPr>
            <a:stCxn id="9" idx="3"/>
            <a:endCxn id="46" idx="2"/>
          </p:cNvCxnSpPr>
          <p:nvPr/>
        </p:nvCxnSpPr>
        <p:spPr>
          <a:xfrm flipV="1">
            <a:off x="4481908" y="786342"/>
            <a:ext cx="634378" cy="4577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11" idx="3"/>
            <a:endCxn id="46" idx="4"/>
          </p:cNvCxnSpPr>
          <p:nvPr/>
        </p:nvCxnSpPr>
        <p:spPr>
          <a:xfrm flipV="1">
            <a:off x="4525451" y="1002272"/>
            <a:ext cx="894064" cy="97937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46" idx="6"/>
            <a:endCxn id="15" idx="1"/>
          </p:cNvCxnSpPr>
          <p:nvPr/>
        </p:nvCxnSpPr>
        <p:spPr>
          <a:xfrm flipV="1">
            <a:off x="5722743" y="727612"/>
            <a:ext cx="495178" cy="587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12" idx="3"/>
          </p:cNvCxnSpPr>
          <p:nvPr/>
        </p:nvCxnSpPr>
        <p:spPr>
          <a:xfrm>
            <a:off x="2126240" y="3579670"/>
            <a:ext cx="1400732" cy="6265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9" name="Oval 58"/>
          <p:cNvSpPr/>
          <p:nvPr/>
        </p:nvSpPr>
        <p:spPr>
          <a:xfrm>
            <a:off x="3548785" y="3958097"/>
            <a:ext cx="606457" cy="431860"/>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sz="1100" dirty="0" smtClean="0"/>
              <a:t>M5</a:t>
            </a:r>
            <a:endParaRPr lang="en-US" sz="1100" dirty="0"/>
          </a:p>
        </p:txBody>
      </p:sp>
      <p:cxnSp>
        <p:nvCxnSpPr>
          <p:cNvPr id="61" name="Straight Arrow Connector 60"/>
          <p:cNvCxnSpPr>
            <a:stCxn id="59" idx="6"/>
            <a:endCxn id="17" idx="1"/>
          </p:cNvCxnSpPr>
          <p:nvPr/>
        </p:nvCxnSpPr>
        <p:spPr>
          <a:xfrm>
            <a:off x="4155242" y="4174027"/>
            <a:ext cx="1165696" cy="5442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2" name="Oval 61"/>
          <p:cNvSpPr/>
          <p:nvPr/>
        </p:nvSpPr>
        <p:spPr>
          <a:xfrm>
            <a:off x="6461803" y="2699707"/>
            <a:ext cx="606457" cy="431860"/>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sz="1100" dirty="0" smtClean="0"/>
              <a:t>M7</a:t>
            </a:r>
            <a:endParaRPr lang="en-US" sz="1100" dirty="0"/>
          </a:p>
        </p:txBody>
      </p:sp>
      <p:cxnSp>
        <p:nvCxnSpPr>
          <p:cNvPr id="64" name="Straight Arrow Connector 63"/>
          <p:cNvCxnSpPr>
            <a:stCxn id="16" idx="3"/>
            <a:endCxn id="62" idx="2"/>
          </p:cNvCxnSpPr>
          <p:nvPr/>
        </p:nvCxnSpPr>
        <p:spPr>
          <a:xfrm>
            <a:off x="5914468" y="2229840"/>
            <a:ext cx="547335" cy="68579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13" idx="3"/>
            <a:endCxn id="62" idx="2"/>
          </p:cNvCxnSpPr>
          <p:nvPr/>
        </p:nvCxnSpPr>
        <p:spPr>
          <a:xfrm flipV="1">
            <a:off x="4508035" y="2915637"/>
            <a:ext cx="1953768" cy="11974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62" idx="5"/>
            <a:endCxn id="7" idx="1"/>
          </p:cNvCxnSpPr>
          <p:nvPr/>
        </p:nvCxnSpPr>
        <p:spPr>
          <a:xfrm>
            <a:off x="6979446" y="3068323"/>
            <a:ext cx="675389" cy="1060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9" name="Oval 68"/>
          <p:cNvSpPr/>
          <p:nvPr/>
        </p:nvSpPr>
        <p:spPr>
          <a:xfrm>
            <a:off x="7101882" y="953640"/>
            <a:ext cx="606457" cy="431860"/>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sz="1100" dirty="0" smtClean="0"/>
              <a:t>M6</a:t>
            </a:r>
            <a:endParaRPr lang="en-US" sz="1100" dirty="0"/>
          </a:p>
        </p:txBody>
      </p:sp>
      <p:cxnSp>
        <p:nvCxnSpPr>
          <p:cNvPr id="71" name="Straight Arrow Connector 70"/>
          <p:cNvCxnSpPr>
            <a:stCxn id="15" idx="3"/>
            <a:endCxn id="69" idx="2"/>
          </p:cNvCxnSpPr>
          <p:nvPr/>
        </p:nvCxnSpPr>
        <p:spPr>
          <a:xfrm>
            <a:off x="6798389" y="727612"/>
            <a:ext cx="303493" cy="44195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a:stCxn id="69" idx="6"/>
          </p:cNvCxnSpPr>
          <p:nvPr/>
        </p:nvCxnSpPr>
        <p:spPr>
          <a:xfrm>
            <a:off x="7708339" y="1169570"/>
            <a:ext cx="277421" cy="3370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4" name="Oval 73"/>
          <p:cNvSpPr/>
          <p:nvPr/>
        </p:nvSpPr>
        <p:spPr>
          <a:xfrm>
            <a:off x="8717322" y="2238154"/>
            <a:ext cx="606457" cy="431860"/>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sz="1100" dirty="0" smtClean="0"/>
              <a:t>M8</a:t>
            </a:r>
            <a:endParaRPr lang="en-US" sz="1100" dirty="0"/>
          </a:p>
        </p:txBody>
      </p:sp>
      <p:cxnSp>
        <p:nvCxnSpPr>
          <p:cNvPr id="76" name="Straight Arrow Connector 75"/>
          <p:cNvCxnSpPr>
            <a:stCxn id="14" idx="3"/>
            <a:endCxn id="74" idx="1"/>
          </p:cNvCxnSpPr>
          <p:nvPr/>
        </p:nvCxnSpPr>
        <p:spPr>
          <a:xfrm>
            <a:off x="8596710" y="1663782"/>
            <a:ext cx="209426" cy="63761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74" idx="4"/>
            <a:endCxn id="6" idx="0"/>
          </p:cNvCxnSpPr>
          <p:nvPr/>
        </p:nvCxnSpPr>
        <p:spPr>
          <a:xfrm>
            <a:off x="9020551" y="2670014"/>
            <a:ext cx="95821" cy="46071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9" name="Oval 78"/>
          <p:cNvSpPr/>
          <p:nvPr/>
        </p:nvSpPr>
        <p:spPr>
          <a:xfrm>
            <a:off x="8138160" y="4132217"/>
            <a:ext cx="840377" cy="6400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t>End</a:t>
            </a:r>
            <a:endParaRPr lang="en-US" sz="1100" dirty="0"/>
          </a:p>
        </p:txBody>
      </p:sp>
      <p:cxnSp>
        <p:nvCxnSpPr>
          <p:cNvPr id="82" name="Straight Arrow Connector 81"/>
          <p:cNvCxnSpPr>
            <a:stCxn id="6" idx="2"/>
            <a:endCxn id="79" idx="0"/>
          </p:cNvCxnSpPr>
          <p:nvPr/>
        </p:nvCxnSpPr>
        <p:spPr>
          <a:xfrm flipH="1">
            <a:off x="8558349" y="3662845"/>
            <a:ext cx="558023" cy="46937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a:stCxn id="7" idx="2"/>
          </p:cNvCxnSpPr>
          <p:nvPr/>
        </p:nvCxnSpPr>
        <p:spPr>
          <a:xfrm>
            <a:off x="7945069" y="3344982"/>
            <a:ext cx="394557" cy="8277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a:stCxn id="17" idx="3"/>
            <a:endCxn id="79" idx="2"/>
          </p:cNvCxnSpPr>
          <p:nvPr/>
        </p:nvCxnSpPr>
        <p:spPr>
          <a:xfrm>
            <a:off x="5901406" y="4228455"/>
            <a:ext cx="2236754" cy="22380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1276</TotalTime>
  <Words>473</Words>
  <Application>Microsoft Office PowerPoint</Application>
  <PresentationFormat>A4 Paper (210x297 mm)</PresentationFormat>
  <Paragraphs>193</Paragraphs>
  <Slides>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Times New Roman</vt:lpstr>
      <vt:lpstr>Tahoma</vt:lpstr>
      <vt:lpstr>Office Theme</vt:lpstr>
      <vt:lpstr>Slide 1</vt:lpstr>
      <vt:lpstr>Activity Network and Critical Path</vt:lpstr>
      <vt:lpstr>Elements of activity network</vt:lpstr>
      <vt:lpstr>Example</vt:lpstr>
      <vt:lpstr>Slide 5</vt:lpstr>
      <vt:lpstr>Calculations of elements</vt:lpstr>
      <vt:lpstr>Example 2</vt:lpstr>
      <vt:lpstr>Slide 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cp:lastModifiedBy>dinesh.verma</cp:lastModifiedBy>
  <cp:revision>134</cp:revision>
  <dcterms:modified xsi:type="dcterms:W3CDTF">2025-04-24T11:06:26Z</dcterms:modified>
</cp:coreProperties>
</file>